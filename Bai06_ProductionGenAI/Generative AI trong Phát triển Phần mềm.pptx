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Quattrocento Sans" charset="-122" pitchFamily="34"/>
      <p:regular r:id="rId28"/>
    </p:embeddedFont>
    <p:embeddedFont>
      <p:font typeface="Hedvig Letters Sans" charset="-122" pitchFamily="34"/>
      <p:regular r:id="rId29"/>
    </p:embeddedFont>
    <p:embeddedFont>
      <p:font typeface="Liter" charset="-122" pitchFamily="34"/>
      <p:regular r:id="rId30"/>
    </p:embeddedFont>
    <p:embeddedFont>
      <p:font typeface="MiSans" charset="-122" pitchFamily="34"/>
      <p:regular r:id="rId3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3d89b160e1ba9012446840ff083bf93e3d9ada17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5000"/>
                </a:srgbClr>
              </a:gs>
              <a:gs pos="50000">
                <a:srgbClr val="4A5C6A">
                  <a:alpha val="80000"/>
                </a:srgbClr>
              </a:gs>
              <a:gs pos="100000">
                <a:srgbClr val="5E8B7E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785321" y="1243046"/>
            <a:ext cx="2620433" cy="429683"/>
          </a:xfrm>
          <a:custGeom>
            <a:avLst/>
            <a:gdLst/>
            <a:ahLst/>
            <a:cxnLst/>
            <a:rect l="l" t="t" r="r" b="b"/>
            <a:pathLst>
              <a:path w="2620433" h="429683">
                <a:moveTo>
                  <a:pt x="214842" y="0"/>
                </a:moveTo>
                <a:lnTo>
                  <a:pt x="2405592" y="0"/>
                </a:lnTo>
                <a:cubicBezTo>
                  <a:pt x="2524245" y="0"/>
                  <a:pt x="2620433" y="96188"/>
                  <a:pt x="2620433" y="214842"/>
                </a:cubicBezTo>
                <a:lnTo>
                  <a:pt x="2620433" y="214842"/>
                </a:lnTo>
                <a:cubicBezTo>
                  <a:pt x="2620433" y="333495"/>
                  <a:pt x="2524245" y="429683"/>
                  <a:pt x="2405592" y="429683"/>
                </a:cubicBezTo>
                <a:lnTo>
                  <a:pt x="214842" y="429683"/>
                </a:lnTo>
                <a:cubicBezTo>
                  <a:pt x="96267" y="429683"/>
                  <a:pt x="0" y="333416"/>
                  <a:pt x="0" y="214842"/>
                </a:cubicBezTo>
                <a:lnTo>
                  <a:pt x="0" y="214842"/>
                </a:lnTo>
                <a:cubicBezTo>
                  <a:pt x="0" y="96267"/>
                  <a:pt x="96267" y="0"/>
                  <a:pt x="214842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 w="14111">
            <a:solidFill>
              <a:srgbClr val="5E8B7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976283" y="1356155"/>
            <a:ext cx="22394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spc="68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 ENGINEERING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665049" y="2211090"/>
            <a:ext cx="6858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Generative AI trong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Phát triển Phần mềm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548335" y="4153793"/>
            <a:ext cx="70961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Tổng hợp 5 chương: Documentation, Unit Testing, Runtime &amp; Memory,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Deployment, Architecture &amp; Future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978672" y="539138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9" name="Text 6"/>
          <p:cNvSpPr/>
          <p:nvPr/>
        </p:nvSpPr>
        <p:spPr>
          <a:xfrm>
            <a:off x="4276295" y="5353348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 Copilot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19796" y="5391382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1" name="Text 8"/>
          <p:cNvSpPr/>
          <p:nvPr/>
        </p:nvSpPr>
        <p:spPr>
          <a:xfrm>
            <a:off x="6029325" y="5353348"/>
            <a:ext cx="72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040232" y="539138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Text 10"/>
          <p:cNvSpPr/>
          <p:nvPr/>
        </p:nvSpPr>
        <p:spPr>
          <a:xfrm>
            <a:off x="7325949" y="5353348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OpenAI API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767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Nội dung chính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6292" y="1453059"/>
            <a:ext cx="5592233" cy="1591733"/>
          </a:xfrm>
          <a:custGeom>
            <a:avLst/>
            <a:gdLst/>
            <a:ahLst/>
            <a:cxnLst/>
            <a:rect l="l" t="t" r="r" b="b"/>
            <a:pathLst>
              <a:path w="5592233" h="1591733">
                <a:moveTo>
                  <a:pt x="114302" y="0"/>
                </a:moveTo>
                <a:lnTo>
                  <a:pt x="5477931" y="0"/>
                </a:lnTo>
                <a:cubicBezTo>
                  <a:pt x="5541058" y="0"/>
                  <a:pt x="5592233" y="51175"/>
                  <a:pt x="5592233" y="114302"/>
                </a:cubicBezTo>
                <a:lnTo>
                  <a:pt x="5592233" y="1477431"/>
                </a:lnTo>
                <a:cubicBezTo>
                  <a:pt x="5592233" y="1540558"/>
                  <a:pt x="5541058" y="1591733"/>
                  <a:pt x="5477931" y="1591733"/>
                </a:cubicBezTo>
                <a:lnTo>
                  <a:pt x="114302" y="1591733"/>
                </a:lnTo>
                <a:cubicBezTo>
                  <a:pt x="51175" y="1591733"/>
                  <a:pt x="0" y="1540558"/>
                  <a:pt x="0" y="1477431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0117" y="168688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48605" y="1782134"/>
            <a:ext cx="41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05719" y="1686884"/>
            <a:ext cx="4552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Documenting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5719" y="2105752"/>
            <a:ext cx="4514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Tự động hóa việc viết tài liệu, tạo docstring và duy trì documentation với GenAI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5559" y="1453059"/>
            <a:ext cx="5592233" cy="1591733"/>
          </a:xfrm>
          <a:custGeom>
            <a:avLst/>
            <a:gdLst/>
            <a:ahLst/>
            <a:cxnLst/>
            <a:rect l="l" t="t" r="r" b="b"/>
            <a:pathLst>
              <a:path w="5592233" h="1591733">
                <a:moveTo>
                  <a:pt x="114302" y="0"/>
                </a:moveTo>
                <a:lnTo>
                  <a:pt x="5477931" y="0"/>
                </a:lnTo>
                <a:cubicBezTo>
                  <a:pt x="5541058" y="0"/>
                  <a:pt x="5592233" y="51175"/>
                  <a:pt x="5592233" y="114302"/>
                </a:cubicBezTo>
                <a:lnTo>
                  <a:pt x="5592233" y="1477431"/>
                </a:lnTo>
                <a:cubicBezTo>
                  <a:pt x="5592233" y="1540558"/>
                  <a:pt x="5541058" y="1591733"/>
                  <a:pt x="5477931" y="1591733"/>
                </a:cubicBezTo>
                <a:lnTo>
                  <a:pt x="114302" y="1591733"/>
                </a:lnTo>
                <a:cubicBezTo>
                  <a:pt x="51175" y="1591733"/>
                  <a:pt x="0" y="1540558"/>
                  <a:pt x="0" y="1477431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9384" y="168688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550422" y="1782134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4986" y="1686884"/>
            <a:ext cx="4552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Testing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4986" y="2105752"/>
            <a:ext cx="4514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Viết và duy trì unit tests, data-driven tests và TDD với sự hỗ trợ của AI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6292" y="3288110"/>
            <a:ext cx="5592233" cy="1591733"/>
          </a:xfrm>
          <a:custGeom>
            <a:avLst/>
            <a:gdLst/>
            <a:ahLst/>
            <a:cxnLst/>
            <a:rect l="l" t="t" r="r" b="b"/>
            <a:pathLst>
              <a:path w="5592233" h="1591733">
                <a:moveTo>
                  <a:pt x="114302" y="0"/>
                </a:moveTo>
                <a:lnTo>
                  <a:pt x="5477931" y="0"/>
                </a:lnTo>
                <a:cubicBezTo>
                  <a:pt x="5541058" y="0"/>
                  <a:pt x="5592233" y="51175"/>
                  <a:pt x="5592233" y="114302"/>
                </a:cubicBezTo>
                <a:lnTo>
                  <a:pt x="5592233" y="1477431"/>
                </a:lnTo>
                <a:cubicBezTo>
                  <a:pt x="5592233" y="1540558"/>
                  <a:pt x="5541058" y="1591733"/>
                  <a:pt x="5477931" y="1591733"/>
                </a:cubicBezTo>
                <a:lnTo>
                  <a:pt x="114302" y="1591733"/>
                </a:lnTo>
                <a:cubicBezTo>
                  <a:pt x="51175" y="1591733"/>
                  <a:pt x="0" y="1540558"/>
                  <a:pt x="0" y="1477431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117" y="352193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17517" y="3617185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05719" y="3521935"/>
            <a:ext cx="4552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 &amp; Memory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05719" y="3940804"/>
            <a:ext cx="4514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Phân tích hiệu năng, tối ưu runtime và memory management với GenAI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5559" y="3288110"/>
            <a:ext cx="5592233" cy="1591733"/>
          </a:xfrm>
          <a:custGeom>
            <a:avLst/>
            <a:gdLst/>
            <a:ahLst/>
            <a:cxnLst/>
            <a:rect l="l" t="t" r="r" b="b"/>
            <a:pathLst>
              <a:path w="5592233" h="1591733">
                <a:moveTo>
                  <a:pt x="114302" y="0"/>
                </a:moveTo>
                <a:lnTo>
                  <a:pt x="5477931" y="0"/>
                </a:lnTo>
                <a:cubicBezTo>
                  <a:pt x="5541058" y="0"/>
                  <a:pt x="5592233" y="51175"/>
                  <a:pt x="5592233" y="114302"/>
                </a:cubicBezTo>
                <a:lnTo>
                  <a:pt x="5592233" y="1477431"/>
                </a:lnTo>
                <a:cubicBezTo>
                  <a:pt x="5592233" y="1540558"/>
                  <a:pt x="5541058" y="1591733"/>
                  <a:pt x="5477931" y="1591733"/>
                </a:cubicBezTo>
                <a:lnTo>
                  <a:pt x="114302" y="1591733"/>
                </a:lnTo>
                <a:cubicBezTo>
                  <a:pt x="51175" y="1591733"/>
                  <a:pt x="0" y="1540558"/>
                  <a:pt x="0" y="1477431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20000"/>
                </a:srgbClr>
              </a:gs>
            </a:gsLst>
            <a:lin ang="2700000" scaled="1"/>
          </a:gra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9384" y="352193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550587" y="3617185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4986" y="3521935"/>
            <a:ext cx="4552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Deployment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4986" y="3940804"/>
            <a:ext cx="4514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Logging, monitoring, error handling và sử dụng Decorators hiệu quả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6292" y="5123326"/>
            <a:ext cx="11421533" cy="1344083"/>
          </a:xfrm>
          <a:custGeom>
            <a:avLst/>
            <a:gdLst/>
            <a:ahLst/>
            <a:cxnLst/>
            <a:rect l="l" t="t" r="r" b="b"/>
            <a:pathLst>
              <a:path w="11421533" h="1344083">
                <a:moveTo>
                  <a:pt x="114301" y="0"/>
                </a:moveTo>
                <a:lnTo>
                  <a:pt x="11307232" y="0"/>
                </a:lnTo>
                <a:cubicBezTo>
                  <a:pt x="11370359" y="0"/>
                  <a:pt x="11421533" y="51174"/>
                  <a:pt x="11421533" y="114301"/>
                </a:cubicBezTo>
                <a:lnTo>
                  <a:pt x="11421533" y="1229782"/>
                </a:lnTo>
                <a:cubicBezTo>
                  <a:pt x="11421533" y="1292909"/>
                  <a:pt x="11370359" y="1344083"/>
                  <a:pt x="11307232" y="1344083"/>
                </a:cubicBezTo>
                <a:lnTo>
                  <a:pt x="114301" y="1344083"/>
                </a:lnTo>
                <a:cubicBezTo>
                  <a:pt x="51174" y="1344083"/>
                  <a:pt x="0" y="1292909"/>
                  <a:pt x="0" y="1229782"/>
                </a:cubicBezTo>
                <a:lnTo>
                  <a:pt x="0" y="114301"/>
                </a:lnTo>
                <a:cubicBezTo>
                  <a:pt x="0" y="51216"/>
                  <a:pt x="51216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4111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0117" y="535715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17021" y="5452401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05719" y="5357151"/>
            <a:ext cx="6391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&amp; Future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05719" y="5776020"/>
            <a:ext cx="63531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Sự phát triển của GenAI, vai trò lập trình viên, xu hướng tương lai và mô hình hợp tác ngườI-AI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resentationgo.com/e571232c06dfc03d533c300c9599ac5a728f4219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212454"/>
            <a:ext cx="1834952" cy="1640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5E8B7E">
                    <a:alpha val="3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871887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Documenting Code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với GenAI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4529171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Tự động hóa việc viết tài liệu và duy trì docstring hiệu quả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5300432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5"/>
          <p:cNvSpPr/>
          <p:nvPr/>
        </p:nvSpPr>
        <p:spPr>
          <a:xfrm>
            <a:off x="1295301" y="5205182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735" y="369735"/>
            <a:ext cx="11526478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spc="58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1: DOCUMENTING CODE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9735" y="665491"/>
            <a:ext cx="11618911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Tầm quan trọng của Software Documentation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4870" y="1262138"/>
            <a:ext cx="5602507" cy="1563156"/>
          </a:xfrm>
          <a:custGeom>
            <a:avLst/>
            <a:gdLst/>
            <a:ahLst/>
            <a:cxnLst/>
            <a:rect l="l" t="t" r="r" b="b"/>
            <a:pathLst>
              <a:path w="5602507" h="1563156">
                <a:moveTo>
                  <a:pt x="110922" y="0"/>
                </a:moveTo>
                <a:lnTo>
                  <a:pt x="5491585" y="0"/>
                </a:lnTo>
                <a:cubicBezTo>
                  <a:pt x="5552846" y="0"/>
                  <a:pt x="5602507" y="49661"/>
                  <a:pt x="5602507" y="110922"/>
                </a:cubicBezTo>
                <a:lnTo>
                  <a:pt x="5602507" y="1452234"/>
                </a:lnTo>
                <a:cubicBezTo>
                  <a:pt x="5602507" y="1513495"/>
                  <a:pt x="5552846" y="1563156"/>
                  <a:pt x="5491585" y="1563156"/>
                </a:cubicBezTo>
                <a:lnTo>
                  <a:pt x="110922" y="1563156"/>
                </a:lnTo>
                <a:cubicBezTo>
                  <a:pt x="49702" y="1563156"/>
                  <a:pt x="0" y="1513454"/>
                  <a:pt x="0" y="1452234"/>
                </a:cubicBezTo>
                <a:lnTo>
                  <a:pt x="0" y="110922"/>
                </a:lnTo>
                <a:cubicBezTo>
                  <a:pt x="0" y="49702"/>
                  <a:pt x="49702" y="0"/>
                  <a:pt x="11092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9535" y="1489049"/>
            <a:ext cx="161759" cy="184867"/>
          </a:xfrm>
          <a:custGeom>
            <a:avLst/>
            <a:gdLst/>
            <a:ahLst/>
            <a:cxnLst/>
            <a:rect l="l" t="t" r="r" b="b"/>
            <a:pathLst>
              <a:path w="161759" h="184867">
                <a:moveTo>
                  <a:pt x="138650" y="184867"/>
                </a:moveTo>
                <a:lnTo>
                  <a:pt x="34663" y="184867"/>
                </a:lnTo>
                <a:cubicBezTo>
                  <a:pt x="15526" y="184867"/>
                  <a:pt x="0" y="169341"/>
                  <a:pt x="0" y="150205"/>
                </a:cubicBezTo>
                <a:lnTo>
                  <a:pt x="0" y="34663"/>
                </a:lnTo>
                <a:cubicBezTo>
                  <a:pt x="0" y="15526"/>
                  <a:pt x="15526" y="0"/>
                  <a:pt x="34663" y="0"/>
                </a:cubicBezTo>
                <a:lnTo>
                  <a:pt x="144428" y="0"/>
                </a:lnTo>
                <a:cubicBezTo>
                  <a:pt x="153996" y="0"/>
                  <a:pt x="161759" y="7763"/>
                  <a:pt x="161759" y="17331"/>
                </a:cubicBezTo>
                <a:lnTo>
                  <a:pt x="161759" y="121319"/>
                </a:lnTo>
                <a:cubicBezTo>
                  <a:pt x="161759" y="128866"/>
                  <a:pt x="156921" y="135293"/>
                  <a:pt x="150205" y="137676"/>
                </a:cubicBezTo>
                <a:lnTo>
                  <a:pt x="150205" y="161759"/>
                </a:lnTo>
                <a:cubicBezTo>
                  <a:pt x="156596" y="161759"/>
                  <a:pt x="161759" y="166922"/>
                  <a:pt x="161759" y="173313"/>
                </a:cubicBezTo>
                <a:cubicBezTo>
                  <a:pt x="161759" y="179704"/>
                  <a:pt x="156596" y="184867"/>
                  <a:pt x="150205" y="184867"/>
                </a:cubicBezTo>
                <a:lnTo>
                  <a:pt x="138650" y="184867"/>
                </a:lnTo>
                <a:close/>
                <a:moveTo>
                  <a:pt x="34663" y="138650"/>
                </a:moveTo>
                <a:cubicBezTo>
                  <a:pt x="28272" y="138650"/>
                  <a:pt x="23108" y="143814"/>
                  <a:pt x="23108" y="150205"/>
                </a:cubicBezTo>
                <a:cubicBezTo>
                  <a:pt x="23108" y="156596"/>
                  <a:pt x="28272" y="161759"/>
                  <a:pt x="34663" y="161759"/>
                </a:cubicBezTo>
                <a:lnTo>
                  <a:pt x="127096" y="161759"/>
                </a:lnTo>
                <a:lnTo>
                  <a:pt x="127096" y="138650"/>
                </a:lnTo>
                <a:lnTo>
                  <a:pt x="34663" y="138650"/>
                </a:lnTo>
                <a:close/>
                <a:moveTo>
                  <a:pt x="46217" y="54882"/>
                </a:moveTo>
                <a:cubicBezTo>
                  <a:pt x="46217" y="59685"/>
                  <a:pt x="50080" y="63548"/>
                  <a:pt x="54882" y="63548"/>
                </a:cubicBezTo>
                <a:lnTo>
                  <a:pt x="118431" y="63548"/>
                </a:lnTo>
                <a:cubicBezTo>
                  <a:pt x="123233" y="63548"/>
                  <a:pt x="127096" y="59685"/>
                  <a:pt x="127096" y="54882"/>
                </a:cubicBezTo>
                <a:cubicBezTo>
                  <a:pt x="127096" y="50080"/>
                  <a:pt x="123233" y="46217"/>
                  <a:pt x="118431" y="46217"/>
                </a:cubicBezTo>
                <a:lnTo>
                  <a:pt x="54882" y="46217"/>
                </a:lnTo>
                <a:cubicBezTo>
                  <a:pt x="50080" y="46217"/>
                  <a:pt x="46217" y="50080"/>
                  <a:pt x="46217" y="54882"/>
                </a:cubicBezTo>
                <a:close/>
                <a:moveTo>
                  <a:pt x="54882" y="80879"/>
                </a:moveTo>
                <a:cubicBezTo>
                  <a:pt x="50080" y="80879"/>
                  <a:pt x="46217" y="84743"/>
                  <a:pt x="46217" y="89545"/>
                </a:cubicBezTo>
                <a:cubicBezTo>
                  <a:pt x="46217" y="94347"/>
                  <a:pt x="50080" y="98211"/>
                  <a:pt x="54882" y="98211"/>
                </a:cubicBezTo>
                <a:lnTo>
                  <a:pt x="118431" y="98211"/>
                </a:lnTo>
                <a:cubicBezTo>
                  <a:pt x="123233" y="98211"/>
                  <a:pt x="127096" y="94347"/>
                  <a:pt x="127096" y="89545"/>
                </a:cubicBezTo>
                <a:cubicBezTo>
                  <a:pt x="127096" y="84743"/>
                  <a:pt x="123233" y="80879"/>
                  <a:pt x="118431" y="80879"/>
                </a:cubicBezTo>
                <a:lnTo>
                  <a:pt x="54882" y="8087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Text 4"/>
          <p:cNvSpPr/>
          <p:nvPr/>
        </p:nvSpPr>
        <p:spPr>
          <a:xfrm>
            <a:off x="906845" y="1452141"/>
            <a:ext cx="2255381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Vai trò của Documentation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2603" y="1858623"/>
            <a:ext cx="129407" cy="147894"/>
          </a:xfrm>
          <a:custGeom>
            <a:avLst/>
            <a:gdLst/>
            <a:ahLst/>
            <a:cxnLst/>
            <a:rect l="l" t="t" r="r" b="b"/>
            <a:pathLst>
              <a:path w="129407" h="147894">
                <a:moveTo>
                  <a:pt x="125594" y="20249"/>
                </a:moveTo>
                <a:cubicBezTo>
                  <a:pt x="129725" y="23253"/>
                  <a:pt x="130649" y="29030"/>
                  <a:pt x="127645" y="33161"/>
                </a:cubicBezTo>
                <a:lnTo>
                  <a:pt x="53698" y="134838"/>
                </a:lnTo>
                <a:cubicBezTo>
                  <a:pt x="52109" y="137033"/>
                  <a:pt x="49654" y="138391"/>
                  <a:pt x="46939" y="138622"/>
                </a:cubicBezTo>
                <a:cubicBezTo>
                  <a:pt x="44224" y="138853"/>
                  <a:pt x="41595" y="137842"/>
                  <a:pt x="39689" y="135935"/>
                </a:cubicBezTo>
                <a:lnTo>
                  <a:pt x="2715" y="98962"/>
                </a:lnTo>
                <a:cubicBezTo>
                  <a:pt x="-895" y="95351"/>
                  <a:pt x="-895" y="89487"/>
                  <a:pt x="2715" y="85877"/>
                </a:cubicBezTo>
                <a:cubicBezTo>
                  <a:pt x="6326" y="82266"/>
                  <a:pt x="12190" y="82266"/>
                  <a:pt x="15800" y="85877"/>
                </a:cubicBezTo>
                <a:lnTo>
                  <a:pt x="45119" y="115195"/>
                </a:lnTo>
                <a:lnTo>
                  <a:pt x="112711" y="22271"/>
                </a:lnTo>
                <a:cubicBezTo>
                  <a:pt x="115715" y="18140"/>
                  <a:pt x="121492" y="17216"/>
                  <a:pt x="125623" y="2022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823558" y="1821715"/>
            <a:ext cx="334609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Truyền đạt ý tưởng thiết kế và lý do chọn giải pháp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2603" y="2154379"/>
            <a:ext cx="129407" cy="147894"/>
          </a:xfrm>
          <a:custGeom>
            <a:avLst/>
            <a:gdLst/>
            <a:ahLst/>
            <a:cxnLst/>
            <a:rect l="l" t="t" r="r" b="b"/>
            <a:pathLst>
              <a:path w="129407" h="147894">
                <a:moveTo>
                  <a:pt x="125594" y="20249"/>
                </a:moveTo>
                <a:cubicBezTo>
                  <a:pt x="129725" y="23253"/>
                  <a:pt x="130649" y="29030"/>
                  <a:pt x="127645" y="33161"/>
                </a:cubicBezTo>
                <a:lnTo>
                  <a:pt x="53698" y="134838"/>
                </a:lnTo>
                <a:cubicBezTo>
                  <a:pt x="52109" y="137033"/>
                  <a:pt x="49654" y="138391"/>
                  <a:pt x="46939" y="138622"/>
                </a:cubicBezTo>
                <a:cubicBezTo>
                  <a:pt x="44224" y="138853"/>
                  <a:pt x="41595" y="137842"/>
                  <a:pt x="39689" y="135935"/>
                </a:cubicBezTo>
                <a:lnTo>
                  <a:pt x="2715" y="98962"/>
                </a:lnTo>
                <a:cubicBezTo>
                  <a:pt x="-895" y="95351"/>
                  <a:pt x="-895" y="89487"/>
                  <a:pt x="2715" y="85877"/>
                </a:cubicBezTo>
                <a:cubicBezTo>
                  <a:pt x="6326" y="82266"/>
                  <a:pt x="12190" y="82266"/>
                  <a:pt x="15800" y="85877"/>
                </a:cubicBezTo>
                <a:lnTo>
                  <a:pt x="45119" y="115195"/>
                </a:lnTo>
                <a:lnTo>
                  <a:pt x="112711" y="22271"/>
                </a:lnTo>
                <a:cubicBezTo>
                  <a:pt x="115715" y="18140"/>
                  <a:pt x="121492" y="17216"/>
                  <a:pt x="125623" y="2022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0" name="Text 8"/>
          <p:cNvSpPr/>
          <p:nvPr/>
        </p:nvSpPr>
        <p:spPr>
          <a:xfrm>
            <a:off x="823558" y="2117469"/>
            <a:ext cx="3105771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Hỗ trợ bảo trì và giảm chi phí phát triển dài hạn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2603" y="2450135"/>
            <a:ext cx="129407" cy="147894"/>
          </a:xfrm>
          <a:custGeom>
            <a:avLst/>
            <a:gdLst/>
            <a:ahLst/>
            <a:cxnLst/>
            <a:rect l="l" t="t" r="r" b="b"/>
            <a:pathLst>
              <a:path w="129407" h="147894">
                <a:moveTo>
                  <a:pt x="125594" y="20249"/>
                </a:moveTo>
                <a:cubicBezTo>
                  <a:pt x="129725" y="23253"/>
                  <a:pt x="130649" y="29030"/>
                  <a:pt x="127645" y="33161"/>
                </a:cubicBezTo>
                <a:lnTo>
                  <a:pt x="53698" y="134838"/>
                </a:lnTo>
                <a:cubicBezTo>
                  <a:pt x="52109" y="137033"/>
                  <a:pt x="49654" y="138391"/>
                  <a:pt x="46939" y="138622"/>
                </a:cubicBezTo>
                <a:cubicBezTo>
                  <a:pt x="44224" y="138853"/>
                  <a:pt x="41595" y="137842"/>
                  <a:pt x="39689" y="135935"/>
                </a:cubicBezTo>
                <a:lnTo>
                  <a:pt x="2715" y="98962"/>
                </a:lnTo>
                <a:cubicBezTo>
                  <a:pt x="-895" y="95351"/>
                  <a:pt x="-895" y="89487"/>
                  <a:pt x="2715" y="85877"/>
                </a:cubicBezTo>
                <a:cubicBezTo>
                  <a:pt x="6326" y="82266"/>
                  <a:pt x="12190" y="82266"/>
                  <a:pt x="15800" y="85877"/>
                </a:cubicBezTo>
                <a:lnTo>
                  <a:pt x="45119" y="115195"/>
                </a:lnTo>
                <a:lnTo>
                  <a:pt x="112711" y="22271"/>
                </a:lnTo>
                <a:cubicBezTo>
                  <a:pt x="115715" y="18140"/>
                  <a:pt x="121492" y="17216"/>
                  <a:pt x="125623" y="2022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2" name="Text 10"/>
          <p:cNvSpPr/>
          <p:nvPr/>
        </p:nvSpPr>
        <p:spPr>
          <a:xfrm>
            <a:off x="823558" y="2413225"/>
            <a:ext cx="3151988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Tăng khả năng cộng tác và đào tạo nhân sự mới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4870" y="3020303"/>
            <a:ext cx="5602507" cy="2191705"/>
          </a:xfrm>
          <a:custGeom>
            <a:avLst/>
            <a:gdLst/>
            <a:ahLst/>
            <a:cxnLst/>
            <a:rect l="l" t="t" r="r" b="b"/>
            <a:pathLst>
              <a:path w="5602507" h="2191705">
                <a:moveTo>
                  <a:pt x="110922" y="0"/>
                </a:moveTo>
                <a:lnTo>
                  <a:pt x="5491585" y="0"/>
                </a:lnTo>
                <a:cubicBezTo>
                  <a:pt x="5552845" y="0"/>
                  <a:pt x="5602507" y="49662"/>
                  <a:pt x="5602507" y="110922"/>
                </a:cubicBezTo>
                <a:lnTo>
                  <a:pt x="5602507" y="2080783"/>
                </a:lnTo>
                <a:cubicBezTo>
                  <a:pt x="5602507" y="2142043"/>
                  <a:pt x="5552845" y="2191705"/>
                  <a:pt x="5491585" y="2191705"/>
                </a:cubicBezTo>
                <a:lnTo>
                  <a:pt x="110922" y="2191705"/>
                </a:lnTo>
                <a:cubicBezTo>
                  <a:pt x="49662" y="2191705"/>
                  <a:pt x="0" y="2142043"/>
                  <a:pt x="0" y="2080783"/>
                </a:cubicBezTo>
                <a:lnTo>
                  <a:pt x="0" y="110922"/>
                </a:lnTo>
                <a:cubicBezTo>
                  <a:pt x="0" y="49703"/>
                  <a:pt x="49703" y="0"/>
                  <a:pt x="11092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7981" y="3247215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83949" y="1878"/>
                </a:moveTo>
                <a:cubicBezTo>
                  <a:pt x="89328" y="-614"/>
                  <a:pt x="95539" y="-614"/>
                  <a:pt x="100919" y="1878"/>
                </a:cubicBezTo>
                <a:lnTo>
                  <a:pt x="179848" y="38346"/>
                </a:lnTo>
                <a:cubicBezTo>
                  <a:pt x="182918" y="39754"/>
                  <a:pt x="184867" y="42823"/>
                  <a:pt x="184867" y="46217"/>
                </a:cubicBezTo>
                <a:cubicBezTo>
                  <a:pt x="184867" y="49611"/>
                  <a:pt x="182918" y="52680"/>
                  <a:pt x="179848" y="54088"/>
                </a:cubicBezTo>
                <a:lnTo>
                  <a:pt x="100919" y="90556"/>
                </a:lnTo>
                <a:cubicBezTo>
                  <a:pt x="95539" y="93047"/>
                  <a:pt x="89328" y="93047"/>
                  <a:pt x="83949" y="90556"/>
                </a:cubicBezTo>
                <a:lnTo>
                  <a:pt x="5019" y="54088"/>
                </a:lnTo>
                <a:cubicBezTo>
                  <a:pt x="1950" y="52644"/>
                  <a:pt x="0" y="49575"/>
                  <a:pt x="0" y="46217"/>
                </a:cubicBezTo>
                <a:cubicBezTo>
                  <a:pt x="0" y="42859"/>
                  <a:pt x="1950" y="39754"/>
                  <a:pt x="5019" y="38346"/>
                </a:cubicBezTo>
                <a:lnTo>
                  <a:pt x="83949" y="1878"/>
                </a:lnTo>
                <a:close/>
                <a:moveTo>
                  <a:pt x="17367" y="78857"/>
                </a:moveTo>
                <a:lnTo>
                  <a:pt x="76691" y="106263"/>
                </a:lnTo>
                <a:cubicBezTo>
                  <a:pt x="86693" y="110884"/>
                  <a:pt x="98211" y="110884"/>
                  <a:pt x="108212" y="106263"/>
                </a:cubicBezTo>
                <a:lnTo>
                  <a:pt x="167536" y="78857"/>
                </a:lnTo>
                <a:lnTo>
                  <a:pt x="179848" y="84562"/>
                </a:lnTo>
                <a:cubicBezTo>
                  <a:pt x="182918" y="85971"/>
                  <a:pt x="184867" y="89040"/>
                  <a:pt x="184867" y="92434"/>
                </a:cubicBezTo>
                <a:cubicBezTo>
                  <a:pt x="184867" y="95828"/>
                  <a:pt x="182918" y="98897"/>
                  <a:pt x="179848" y="100305"/>
                </a:cubicBezTo>
                <a:lnTo>
                  <a:pt x="100919" y="136773"/>
                </a:lnTo>
                <a:cubicBezTo>
                  <a:pt x="95539" y="139264"/>
                  <a:pt x="89328" y="139264"/>
                  <a:pt x="83949" y="136773"/>
                </a:cubicBezTo>
                <a:lnTo>
                  <a:pt x="5019" y="100305"/>
                </a:lnTo>
                <a:cubicBezTo>
                  <a:pt x="1950" y="98861"/>
                  <a:pt x="0" y="95792"/>
                  <a:pt x="0" y="92434"/>
                </a:cubicBezTo>
                <a:cubicBezTo>
                  <a:pt x="0" y="89076"/>
                  <a:pt x="1950" y="85971"/>
                  <a:pt x="5019" y="84562"/>
                </a:cubicBezTo>
                <a:lnTo>
                  <a:pt x="17331" y="78857"/>
                </a:lnTo>
                <a:close/>
                <a:moveTo>
                  <a:pt x="5019" y="130779"/>
                </a:moveTo>
                <a:lnTo>
                  <a:pt x="17331" y="125074"/>
                </a:lnTo>
                <a:lnTo>
                  <a:pt x="76655" y="152479"/>
                </a:lnTo>
                <a:cubicBezTo>
                  <a:pt x="86657" y="157101"/>
                  <a:pt x="98175" y="157101"/>
                  <a:pt x="108176" y="152479"/>
                </a:cubicBezTo>
                <a:lnTo>
                  <a:pt x="167500" y="125074"/>
                </a:lnTo>
                <a:lnTo>
                  <a:pt x="179812" y="130779"/>
                </a:lnTo>
                <a:cubicBezTo>
                  <a:pt x="182881" y="132187"/>
                  <a:pt x="184831" y="135256"/>
                  <a:pt x="184831" y="138650"/>
                </a:cubicBezTo>
                <a:cubicBezTo>
                  <a:pt x="184831" y="142045"/>
                  <a:pt x="182881" y="145114"/>
                  <a:pt x="179812" y="146522"/>
                </a:cubicBezTo>
                <a:lnTo>
                  <a:pt x="100883" y="182990"/>
                </a:lnTo>
                <a:cubicBezTo>
                  <a:pt x="95503" y="185481"/>
                  <a:pt x="89292" y="185481"/>
                  <a:pt x="83912" y="182990"/>
                </a:cubicBezTo>
                <a:lnTo>
                  <a:pt x="5019" y="146522"/>
                </a:lnTo>
                <a:cubicBezTo>
                  <a:pt x="1950" y="145078"/>
                  <a:pt x="0" y="142008"/>
                  <a:pt x="0" y="138650"/>
                </a:cubicBezTo>
                <a:cubicBezTo>
                  <a:pt x="0" y="135293"/>
                  <a:pt x="1950" y="132187"/>
                  <a:pt x="5019" y="13077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5" name="Text 13"/>
          <p:cNvSpPr/>
          <p:nvPr/>
        </p:nvSpPr>
        <p:spPr>
          <a:xfrm>
            <a:off x="906845" y="3210305"/>
            <a:ext cx="2116731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Phân loại Documentation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4872" y="3579879"/>
            <a:ext cx="295788" cy="295788"/>
          </a:xfrm>
          <a:custGeom>
            <a:avLst/>
            <a:gdLst/>
            <a:ahLst/>
            <a:cxnLst/>
            <a:rect l="l" t="t" r="r" b="b"/>
            <a:pathLst>
              <a:path w="295788" h="295788">
                <a:moveTo>
                  <a:pt x="73947" y="0"/>
                </a:moveTo>
                <a:lnTo>
                  <a:pt x="221841" y="0"/>
                </a:lnTo>
                <a:cubicBezTo>
                  <a:pt x="262653" y="0"/>
                  <a:pt x="295788" y="33135"/>
                  <a:pt x="295788" y="73947"/>
                </a:cubicBezTo>
                <a:lnTo>
                  <a:pt x="295788" y="221841"/>
                </a:lnTo>
                <a:cubicBezTo>
                  <a:pt x="295788" y="262681"/>
                  <a:pt x="262681" y="295788"/>
                  <a:pt x="221841" y="295788"/>
                </a:cubicBezTo>
                <a:lnTo>
                  <a:pt x="73947" y="295788"/>
                </a:lnTo>
                <a:cubicBezTo>
                  <a:pt x="33135" y="295788"/>
                  <a:pt x="0" y="262653"/>
                  <a:pt x="0" y="221841"/>
                </a:cubicBezTo>
                <a:lnTo>
                  <a:pt x="0" y="73947"/>
                </a:lnTo>
                <a:cubicBezTo>
                  <a:pt x="0" y="33135"/>
                  <a:pt x="33135" y="0"/>
                  <a:pt x="7394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37728" y="3663007"/>
            <a:ext cx="145583" cy="129407"/>
          </a:xfrm>
          <a:custGeom>
            <a:avLst/>
            <a:gdLst/>
            <a:ahLst/>
            <a:cxnLst/>
            <a:rect l="l" t="t" r="r" b="b"/>
            <a:pathLst>
              <a:path w="145583" h="129407">
                <a:moveTo>
                  <a:pt x="91192" y="303"/>
                </a:moveTo>
                <a:cubicBezTo>
                  <a:pt x="86895" y="-935"/>
                  <a:pt x="82421" y="1567"/>
                  <a:pt x="81183" y="5864"/>
                </a:cubicBezTo>
                <a:lnTo>
                  <a:pt x="48831" y="119095"/>
                </a:lnTo>
                <a:cubicBezTo>
                  <a:pt x="47593" y="123392"/>
                  <a:pt x="50095" y="127865"/>
                  <a:pt x="54391" y="129104"/>
                </a:cubicBezTo>
                <a:cubicBezTo>
                  <a:pt x="58688" y="130342"/>
                  <a:pt x="63162" y="127840"/>
                  <a:pt x="64400" y="123543"/>
                </a:cubicBezTo>
                <a:lnTo>
                  <a:pt x="96752" y="10312"/>
                </a:lnTo>
                <a:cubicBezTo>
                  <a:pt x="97991" y="6015"/>
                  <a:pt x="95488" y="1542"/>
                  <a:pt x="91192" y="303"/>
                </a:cubicBezTo>
                <a:close/>
                <a:moveTo>
                  <a:pt x="107519" y="34702"/>
                </a:moveTo>
                <a:cubicBezTo>
                  <a:pt x="104360" y="37862"/>
                  <a:pt x="104360" y="42992"/>
                  <a:pt x="107519" y="46152"/>
                </a:cubicBezTo>
                <a:lnTo>
                  <a:pt x="126071" y="64704"/>
                </a:lnTo>
                <a:lnTo>
                  <a:pt x="107519" y="83255"/>
                </a:lnTo>
                <a:cubicBezTo>
                  <a:pt x="104360" y="86415"/>
                  <a:pt x="104360" y="91545"/>
                  <a:pt x="107519" y="94705"/>
                </a:cubicBezTo>
                <a:cubicBezTo>
                  <a:pt x="110678" y="97864"/>
                  <a:pt x="115809" y="97864"/>
                  <a:pt x="118969" y="94705"/>
                </a:cubicBezTo>
                <a:lnTo>
                  <a:pt x="143232" y="70441"/>
                </a:lnTo>
                <a:cubicBezTo>
                  <a:pt x="146392" y="67282"/>
                  <a:pt x="146392" y="62151"/>
                  <a:pt x="143232" y="58991"/>
                </a:cubicBezTo>
                <a:lnTo>
                  <a:pt x="118969" y="34728"/>
                </a:lnTo>
                <a:cubicBezTo>
                  <a:pt x="115809" y="31568"/>
                  <a:pt x="110678" y="31568"/>
                  <a:pt x="107519" y="34728"/>
                </a:cubicBezTo>
                <a:close/>
                <a:moveTo>
                  <a:pt x="38089" y="34702"/>
                </a:moveTo>
                <a:cubicBezTo>
                  <a:pt x="34930" y="31543"/>
                  <a:pt x="29799" y="31543"/>
                  <a:pt x="26640" y="34702"/>
                </a:cubicBezTo>
                <a:lnTo>
                  <a:pt x="2376" y="58966"/>
                </a:lnTo>
                <a:cubicBezTo>
                  <a:pt x="-784" y="62126"/>
                  <a:pt x="-784" y="67256"/>
                  <a:pt x="2376" y="70416"/>
                </a:cubicBezTo>
                <a:lnTo>
                  <a:pt x="26640" y="94680"/>
                </a:lnTo>
                <a:cubicBezTo>
                  <a:pt x="29799" y="97839"/>
                  <a:pt x="34930" y="97839"/>
                  <a:pt x="38089" y="94680"/>
                </a:cubicBezTo>
                <a:cubicBezTo>
                  <a:pt x="41249" y="91520"/>
                  <a:pt x="41249" y="86389"/>
                  <a:pt x="38089" y="83230"/>
                </a:cubicBezTo>
                <a:lnTo>
                  <a:pt x="19537" y="64704"/>
                </a:lnTo>
                <a:lnTo>
                  <a:pt x="38064" y="46152"/>
                </a:lnTo>
                <a:cubicBezTo>
                  <a:pt x="41223" y="42992"/>
                  <a:pt x="41223" y="37862"/>
                  <a:pt x="38064" y="3470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Text 16"/>
          <p:cNvSpPr/>
          <p:nvPr/>
        </p:nvSpPr>
        <p:spPr>
          <a:xfrm>
            <a:off x="971516" y="3579879"/>
            <a:ext cx="2874687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Documentation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71516" y="3801817"/>
            <a:ext cx="2865444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docs, database schema, architecture diagrams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4872" y="4097411"/>
            <a:ext cx="295788" cy="295788"/>
          </a:xfrm>
          <a:custGeom>
            <a:avLst/>
            <a:gdLst/>
            <a:ahLst/>
            <a:cxnLst/>
            <a:rect l="l" t="t" r="r" b="b"/>
            <a:pathLst>
              <a:path w="295788" h="295788">
                <a:moveTo>
                  <a:pt x="73947" y="0"/>
                </a:moveTo>
                <a:lnTo>
                  <a:pt x="221841" y="0"/>
                </a:lnTo>
                <a:cubicBezTo>
                  <a:pt x="262653" y="0"/>
                  <a:pt x="295788" y="33135"/>
                  <a:pt x="295788" y="73947"/>
                </a:cubicBezTo>
                <a:lnTo>
                  <a:pt x="295788" y="221841"/>
                </a:lnTo>
                <a:cubicBezTo>
                  <a:pt x="295788" y="262681"/>
                  <a:pt x="262681" y="295788"/>
                  <a:pt x="221841" y="295788"/>
                </a:cubicBezTo>
                <a:lnTo>
                  <a:pt x="73947" y="295788"/>
                </a:lnTo>
                <a:cubicBezTo>
                  <a:pt x="33135" y="295788"/>
                  <a:pt x="0" y="262653"/>
                  <a:pt x="0" y="221841"/>
                </a:cubicBezTo>
                <a:lnTo>
                  <a:pt x="0" y="73947"/>
                </a:lnTo>
                <a:cubicBezTo>
                  <a:pt x="0" y="33135"/>
                  <a:pt x="33135" y="0"/>
                  <a:pt x="7394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29640" y="4180538"/>
            <a:ext cx="161759" cy="129407"/>
          </a:xfrm>
          <a:custGeom>
            <a:avLst/>
            <a:gdLst/>
            <a:ahLst/>
            <a:cxnLst/>
            <a:rect l="l" t="t" r="r" b="b"/>
            <a:pathLst>
              <a:path w="161759" h="129407">
                <a:moveTo>
                  <a:pt x="80879" y="4044"/>
                </a:moveTo>
                <a:cubicBezTo>
                  <a:pt x="95387" y="4044"/>
                  <a:pt x="107165" y="15822"/>
                  <a:pt x="107165" y="30330"/>
                </a:cubicBezTo>
                <a:cubicBezTo>
                  <a:pt x="107165" y="44837"/>
                  <a:pt x="95387" y="56616"/>
                  <a:pt x="80879" y="56616"/>
                </a:cubicBezTo>
                <a:cubicBezTo>
                  <a:pt x="66372" y="56616"/>
                  <a:pt x="54594" y="44837"/>
                  <a:pt x="54594" y="30330"/>
                </a:cubicBezTo>
                <a:cubicBezTo>
                  <a:pt x="54594" y="15822"/>
                  <a:pt x="66372" y="4044"/>
                  <a:pt x="80879" y="4044"/>
                </a:cubicBezTo>
                <a:close/>
                <a:moveTo>
                  <a:pt x="24264" y="22242"/>
                </a:moveTo>
                <a:cubicBezTo>
                  <a:pt x="34308" y="22242"/>
                  <a:pt x="42462" y="30396"/>
                  <a:pt x="42462" y="40440"/>
                </a:cubicBezTo>
                <a:cubicBezTo>
                  <a:pt x="42462" y="50483"/>
                  <a:pt x="34308" y="58638"/>
                  <a:pt x="24264" y="58638"/>
                </a:cubicBezTo>
                <a:cubicBezTo>
                  <a:pt x="14220" y="58638"/>
                  <a:pt x="6066" y="50483"/>
                  <a:pt x="6066" y="40440"/>
                </a:cubicBezTo>
                <a:cubicBezTo>
                  <a:pt x="6066" y="30396"/>
                  <a:pt x="14220" y="22242"/>
                  <a:pt x="24264" y="22242"/>
                </a:cubicBezTo>
                <a:close/>
                <a:moveTo>
                  <a:pt x="0" y="105143"/>
                </a:moveTo>
                <a:cubicBezTo>
                  <a:pt x="0" y="87274"/>
                  <a:pt x="14482" y="72792"/>
                  <a:pt x="32352" y="72792"/>
                </a:cubicBezTo>
                <a:cubicBezTo>
                  <a:pt x="35587" y="72792"/>
                  <a:pt x="38721" y="73272"/>
                  <a:pt x="41678" y="74156"/>
                </a:cubicBezTo>
                <a:cubicBezTo>
                  <a:pt x="33363" y="83457"/>
                  <a:pt x="28308" y="95741"/>
                  <a:pt x="28308" y="109187"/>
                </a:cubicBezTo>
                <a:lnTo>
                  <a:pt x="28308" y="113231"/>
                </a:lnTo>
                <a:cubicBezTo>
                  <a:pt x="28308" y="116113"/>
                  <a:pt x="28914" y="118842"/>
                  <a:pt x="30001" y="121319"/>
                </a:cubicBezTo>
                <a:lnTo>
                  <a:pt x="8088" y="121319"/>
                </a:lnTo>
                <a:cubicBezTo>
                  <a:pt x="3614" y="121319"/>
                  <a:pt x="0" y="117705"/>
                  <a:pt x="0" y="113231"/>
                </a:cubicBezTo>
                <a:lnTo>
                  <a:pt x="0" y="105143"/>
                </a:lnTo>
                <a:close/>
                <a:moveTo>
                  <a:pt x="131758" y="121319"/>
                </a:moveTo>
                <a:cubicBezTo>
                  <a:pt x="132845" y="118842"/>
                  <a:pt x="133451" y="116113"/>
                  <a:pt x="133451" y="113231"/>
                </a:cubicBezTo>
                <a:lnTo>
                  <a:pt x="133451" y="109187"/>
                </a:lnTo>
                <a:cubicBezTo>
                  <a:pt x="133451" y="95741"/>
                  <a:pt x="128396" y="83457"/>
                  <a:pt x="120081" y="74156"/>
                </a:cubicBezTo>
                <a:cubicBezTo>
                  <a:pt x="123038" y="73272"/>
                  <a:pt x="126172" y="72792"/>
                  <a:pt x="129407" y="72792"/>
                </a:cubicBezTo>
                <a:cubicBezTo>
                  <a:pt x="147276" y="72792"/>
                  <a:pt x="161759" y="87274"/>
                  <a:pt x="161759" y="105143"/>
                </a:cubicBezTo>
                <a:lnTo>
                  <a:pt x="161759" y="113231"/>
                </a:lnTo>
                <a:cubicBezTo>
                  <a:pt x="161759" y="117705"/>
                  <a:pt x="158145" y="121319"/>
                  <a:pt x="153671" y="121319"/>
                </a:cubicBezTo>
                <a:lnTo>
                  <a:pt x="131758" y="121319"/>
                </a:lnTo>
                <a:close/>
                <a:moveTo>
                  <a:pt x="119297" y="40440"/>
                </a:moveTo>
                <a:cubicBezTo>
                  <a:pt x="119297" y="30396"/>
                  <a:pt x="127451" y="22242"/>
                  <a:pt x="137495" y="22242"/>
                </a:cubicBezTo>
                <a:cubicBezTo>
                  <a:pt x="147539" y="22242"/>
                  <a:pt x="155693" y="30396"/>
                  <a:pt x="155693" y="40440"/>
                </a:cubicBezTo>
                <a:cubicBezTo>
                  <a:pt x="155693" y="50483"/>
                  <a:pt x="147539" y="58638"/>
                  <a:pt x="137495" y="58638"/>
                </a:cubicBezTo>
                <a:cubicBezTo>
                  <a:pt x="127451" y="58638"/>
                  <a:pt x="119297" y="50483"/>
                  <a:pt x="119297" y="40440"/>
                </a:cubicBezTo>
                <a:close/>
                <a:moveTo>
                  <a:pt x="40440" y="109187"/>
                </a:moveTo>
                <a:cubicBezTo>
                  <a:pt x="40440" y="86844"/>
                  <a:pt x="58537" y="68748"/>
                  <a:pt x="80879" y="68748"/>
                </a:cubicBezTo>
                <a:cubicBezTo>
                  <a:pt x="103222" y="68748"/>
                  <a:pt x="121319" y="86844"/>
                  <a:pt x="121319" y="109187"/>
                </a:cubicBezTo>
                <a:lnTo>
                  <a:pt x="121319" y="113231"/>
                </a:lnTo>
                <a:cubicBezTo>
                  <a:pt x="121319" y="117705"/>
                  <a:pt x="117705" y="121319"/>
                  <a:pt x="113231" y="121319"/>
                </a:cubicBezTo>
                <a:lnTo>
                  <a:pt x="48528" y="121319"/>
                </a:lnTo>
                <a:cubicBezTo>
                  <a:pt x="44054" y="121319"/>
                  <a:pt x="40440" y="117705"/>
                  <a:pt x="40440" y="113231"/>
                </a:cubicBezTo>
                <a:lnTo>
                  <a:pt x="40440" y="10918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2" name="Text 20"/>
          <p:cNvSpPr/>
          <p:nvPr/>
        </p:nvSpPr>
        <p:spPr>
          <a:xfrm>
            <a:off x="971516" y="4097411"/>
            <a:ext cx="2458735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Documentation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1516" y="4319349"/>
            <a:ext cx="2449492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Hướng dẫn sử dụng, FAQ, troubleshooting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4872" y="4614945"/>
            <a:ext cx="295788" cy="295788"/>
          </a:xfrm>
          <a:custGeom>
            <a:avLst/>
            <a:gdLst/>
            <a:ahLst/>
            <a:cxnLst/>
            <a:rect l="l" t="t" r="r" b="b"/>
            <a:pathLst>
              <a:path w="295788" h="295788">
                <a:moveTo>
                  <a:pt x="73947" y="0"/>
                </a:moveTo>
                <a:lnTo>
                  <a:pt x="221841" y="0"/>
                </a:lnTo>
                <a:cubicBezTo>
                  <a:pt x="262653" y="0"/>
                  <a:pt x="295788" y="33135"/>
                  <a:pt x="295788" y="73947"/>
                </a:cubicBezTo>
                <a:lnTo>
                  <a:pt x="295788" y="221841"/>
                </a:lnTo>
                <a:cubicBezTo>
                  <a:pt x="295788" y="262681"/>
                  <a:pt x="262681" y="295788"/>
                  <a:pt x="221841" y="295788"/>
                </a:cubicBezTo>
                <a:lnTo>
                  <a:pt x="73947" y="295788"/>
                </a:lnTo>
                <a:cubicBezTo>
                  <a:pt x="33135" y="295788"/>
                  <a:pt x="0" y="262653"/>
                  <a:pt x="0" y="221841"/>
                </a:cubicBezTo>
                <a:lnTo>
                  <a:pt x="0" y="73947"/>
                </a:lnTo>
                <a:cubicBezTo>
                  <a:pt x="0" y="33135"/>
                  <a:pt x="33135" y="0"/>
                  <a:pt x="7394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45816" y="4698069"/>
            <a:ext cx="129407" cy="129407"/>
          </a:xfrm>
          <a:custGeom>
            <a:avLst/>
            <a:gdLst/>
            <a:ahLst/>
            <a:cxnLst/>
            <a:rect l="l" t="t" r="r" b="b"/>
            <a:pathLst>
              <a:path w="129407" h="129407">
                <a:moveTo>
                  <a:pt x="33818" y="9175"/>
                </a:moveTo>
                <a:cubicBezTo>
                  <a:pt x="36573" y="11096"/>
                  <a:pt x="37230" y="14887"/>
                  <a:pt x="35309" y="17617"/>
                </a:cubicBezTo>
                <a:lnTo>
                  <a:pt x="21155" y="37836"/>
                </a:lnTo>
                <a:cubicBezTo>
                  <a:pt x="20119" y="39302"/>
                  <a:pt x="18501" y="40238"/>
                  <a:pt x="16707" y="40389"/>
                </a:cubicBezTo>
                <a:cubicBezTo>
                  <a:pt x="14912" y="40541"/>
                  <a:pt x="13143" y="39934"/>
                  <a:pt x="11879" y="38670"/>
                </a:cubicBezTo>
                <a:lnTo>
                  <a:pt x="1769" y="28561"/>
                </a:lnTo>
                <a:cubicBezTo>
                  <a:pt x="-581" y="26185"/>
                  <a:pt x="-581" y="22343"/>
                  <a:pt x="1769" y="19967"/>
                </a:cubicBezTo>
                <a:cubicBezTo>
                  <a:pt x="4120" y="17591"/>
                  <a:pt x="7987" y="17617"/>
                  <a:pt x="10363" y="19967"/>
                </a:cubicBezTo>
                <a:lnTo>
                  <a:pt x="15367" y="24972"/>
                </a:lnTo>
                <a:lnTo>
                  <a:pt x="25376" y="10666"/>
                </a:lnTo>
                <a:cubicBezTo>
                  <a:pt x="27297" y="7911"/>
                  <a:pt x="31088" y="7254"/>
                  <a:pt x="33818" y="9175"/>
                </a:cubicBezTo>
                <a:close/>
                <a:moveTo>
                  <a:pt x="33818" y="49614"/>
                </a:moveTo>
                <a:cubicBezTo>
                  <a:pt x="36573" y="51535"/>
                  <a:pt x="37230" y="55327"/>
                  <a:pt x="35309" y="58056"/>
                </a:cubicBezTo>
                <a:lnTo>
                  <a:pt x="21155" y="78276"/>
                </a:lnTo>
                <a:cubicBezTo>
                  <a:pt x="20119" y="79742"/>
                  <a:pt x="18501" y="80677"/>
                  <a:pt x="16707" y="80829"/>
                </a:cubicBezTo>
                <a:cubicBezTo>
                  <a:pt x="14912" y="80981"/>
                  <a:pt x="13143" y="80374"/>
                  <a:pt x="11879" y="79110"/>
                </a:cubicBezTo>
                <a:lnTo>
                  <a:pt x="1769" y="69000"/>
                </a:lnTo>
                <a:cubicBezTo>
                  <a:pt x="-607" y="66624"/>
                  <a:pt x="-607" y="62783"/>
                  <a:pt x="1769" y="60432"/>
                </a:cubicBezTo>
                <a:cubicBezTo>
                  <a:pt x="4145" y="58082"/>
                  <a:pt x="7987" y="58056"/>
                  <a:pt x="10337" y="60432"/>
                </a:cubicBezTo>
                <a:lnTo>
                  <a:pt x="15342" y="65437"/>
                </a:lnTo>
                <a:lnTo>
                  <a:pt x="25351" y="51131"/>
                </a:lnTo>
                <a:cubicBezTo>
                  <a:pt x="27272" y="48376"/>
                  <a:pt x="31063" y="47719"/>
                  <a:pt x="33792" y="49640"/>
                </a:cubicBezTo>
                <a:close/>
                <a:moveTo>
                  <a:pt x="56616" y="24264"/>
                </a:moveTo>
                <a:cubicBezTo>
                  <a:pt x="56616" y="19790"/>
                  <a:pt x="60230" y="16176"/>
                  <a:pt x="64704" y="16176"/>
                </a:cubicBezTo>
                <a:lnTo>
                  <a:pt x="121319" y="16176"/>
                </a:lnTo>
                <a:cubicBezTo>
                  <a:pt x="125793" y="16176"/>
                  <a:pt x="129407" y="19790"/>
                  <a:pt x="129407" y="24264"/>
                </a:cubicBezTo>
                <a:cubicBezTo>
                  <a:pt x="129407" y="28737"/>
                  <a:pt x="125793" y="32352"/>
                  <a:pt x="121319" y="32352"/>
                </a:cubicBezTo>
                <a:lnTo>
                  <a:pt x="64704" y="32352"/>
                </a:lnTo>
                <a:cubicBezTo>
                  <a:pt x="60230" y="32352"/>
                  <a:pt x="56616" y="28737"/>
                  <a:pt x="56616" y="24264"/>
                </a:cubicBezTo>
                <a:close/>
                <a:moveTo>
                  <a:pt x="56616" y="64704"/>
                </a:moveTo>
                <a:cubicBezTo>
                  <a:pt x="56616" y="60230"/>
                  <a:pt x="60230" y="56616"/>
                  <a:pt x="64704" y="56616"/>
                </a:cubicBezTo>
                <a:lnTo>
                  <a:pt x="121319" y="56616"/>
                </a:lnTo>
                <a:cubicBezTo>
                  <a:pt x="125793" y="56616"/>
                  <a:pt x="129407" y="60230"/>
                  <a:pt x="129407" y="64704"/>
                </a:cubicBezTo>
                <a:cubicBezTo>
                  <a:pt x="129407" y="69177"/>
                  <a:pt x="125793" y="72792"/>
                  <a:pt x="121319" y="72792"/>
                </a:cubicBezTo>
                <a:lnTo>
                  <a:pt x="64704" y="72792"/>
                </a:lnTo>
                <a:cubicBezTo>
                  <a:pt x="60230" y="72792"/>
                  <a:pt x="56616" y="69177"/>
                  <a:pt x="56616" y="64704"/>
                </a:cubicBezTo>
                <a:close/>
                <a:moveTo>
                  <a:pt x="40440" y="105143"/>
                </a:moveTo>
                <a:cubicBezTo>
                  <a:pt x="40440" y="100670"/>
                  <a:pt x="44054" y="97055"/>
                  <a:pt x="48528" y="97055"/>
                </a:cubicBezTo>
                <a:lnTo>
                  <a:pt x="121319" y="97055"/>
                </a:lnTo>
                <a:cubicBezTo>
                  <a:pt x="125793" y="97055"/>
                  <a:pt x="129407" y="100670"/>
                  <a:pt x="129407" y="105143"/>
                </a:cubicBezTo>
                <a:cubicBezTo>
                  <a:pt x="129407" y="109617"/>
                  <a:pt x="125793" y="113231"/>
                  <a:pt x="121319" y="113231"/>
                </a:cubicBezTo>
                <a:lnTo>
                  <a:pt x="48528" y="113231"/>
                </a:lnTo>
                <a:cubicBezTo>
                  <a:pt x="44054" y="113231"/>
                  <a:pt x="40440" y="109617"/>
                  <a:pt x="40440" y="105143"/>
                </a:cubicBezTo>
                <a:close/>
                <a:moveTo>
                  <a:pt x="16176" y="95033"/>
                </a:moveTo>
                <a:cubicBezTo>
                  <a:pt x="21756" y="95033"/>
                  <a:pt x="26286" y="99563"/>
                  <a:pt x="26286" y="105143"/>
                </a:cubicBezTo>
                <a:cubicBezTo>
                  <a:pt x="26286" y="110723"/>
                  <a:pt x="21756" y="115253"/>
                  <a:pt x="16176" y="115253"/>
                </a:cubicBezTo>
                <a:cubicBezTo>
                  <a:pt x="10596" y="115253"/>
                  <a:pt x="6066" y="110723"/>
                  <a:pt x="6066" y="105143"/>
                </a:cubicBezTo>
                <a:cubicBezTo>
                  <a:pt x="6066" y="99563"/>
                  <a:pt x="10596" y="95033"/>
                  <a:pt x="16176" y="9503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6" name="Text 24"/>
          <p:cNvSpPr/>
          <p:nvPr/>
        </p:nvSpPr>
        <p:spPr>
          <a:xfrm>
            <a:off x="971516" y="4614945"/>
            <a:ext cx="246797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Documentation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1516" y="4836880"/>
            <a:ext cx="2458735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plans, CI/CD pipelines, sprint planning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2473" y="1262138"/>
            <a:ext cx="5602507" cy="3171502"/>
          </a:xfrm>
          <a:custGeom>
            <a:avLst/>
            <a:gdLst/>
            <a:ahLst/>
            <a:cxnLst/>
            <a:rect l="l" t="t" r="r" b="b"/>
            <a:pathLst>
              <a:path w="5602507" h="3171502">
                <a:moveTo>
                  <a:pt x="110907" y="0"/>
                </a:moveTo>
                <a:lnTo>
                  <a:pt x="5491600" y="0"/>
                </a:lnTo>
                <a:cubicBezTo>
                  <a:pt x="5552852" y="0"/>
                  <a:pt x="5602507" y="49655"/>
                  <a:pt x="5602507" y="110907"/>
                </a:cubicBezTo>
                <a:lnTo>
                  <a:pt x="5602507" y="3060594"/>
                </a:lnTo>
                <a:cubicBezTo>
                  <a:pt x="5602507" y="3121847"/>
                  <a:pt x="5552852" y="3171502"/>
                  <a:pt x="5491600" y="3171502"/>
                </a:cubicBezTo>
                <a:lnTo>
                  <a:pt x="110907" y="3171502"/>
                </a:lnTo>
                <a:cubicBezTo>
                  <a:pt x="49696" y="3171502"/>
                  <a:pt x="0" y="3121806"/>
                  <a:pt x="0" y="3060594"/>
                </a:cubicBezTo>
                <a:lnTo>
                  <a:pt x="0" y="110907"/>
                </a:lnTo>
                <a:cubicBezTo>
                  <a:pt x="0" y="49696"/>
                  <a:pt x="49696" y="0"/>
                  <a:pt x="110907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4111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8693" y="1489049"/>
            <a:ext cx="138650" cy="184867"/>
          </a:xfrm>
          <a:custGeom>
            <a:avLst/>
            <a:gdLst/>
            <a:ahLst/>
            <a:cxnLst/>
            <a:rect l="l" t="t" r="r" b="b"/>
            <a:pathLst>
              <a:path w="138650" h="184867">
                <a:moveTo>
                  <a:pt x="105757" y="138650"/>
                </a:moveTo>
                <a:cubicBezTo>
                  <a:pt x="108393" y="130599"/>
                  <a:pt x="113665" y="123305"/>
                  <a:pt x="119622" y="117022"/>
                </a:cubicBezTo>
                <a:cubicBezTo>
                  <a:pt x="131429" y="104602"/>
                  <a:pt x="138650" y="87812"/>
                  <a:pt x="138650" y="69325"/>
                </a:cubicBezTo>
                <a:cubicBezTo>
                  <a:pt x="138650" y="31052"/>
                  <a:pt x="107599" y="0"/>
                  <a:pt x="69325" y="0"/>
                </a:cubicBezTo>
                <a:cubicBezTo>
                  <a:pt x="31052" y="0"/>
                  <a:pt x="0" y="31052"/>
                  <a:pt x="0" y="69325"/>
                </a:cubicBezTo>
                <a:cubicBezTo>
                  <a:pt x="0" y="87812"/>
                  <a:pt x="7221" y="104602"/>
                  <a:pt x="19028" y="117022"/>
                </a:cubicBezTo>
                <a:cubicBezTo>
                  <a:pt x="24986" y="123305"/>
                  <a:pt x="30294" y="130599"/>
                  <a:pt x="32893" y="138650"/>
                </a:cubicBezTo>
                <a:lnTo>
                  <a:pt x="105721" y="138650"/>
                </a:lnTo>
                <a:close/>
                <a:moveTo>
                  <a:pt x="103988" y="155982"/>
                </a:moveTo>
                <a:lnTo>
                  <a:pt x="34663" y="155982"/>
                </a:lnTo>
                <a:lnTo>
                  <a:pt x="34663" y="161759"/>
                </a:lnTo>
                <a:cubicBezTo>
                  <a:pt x="34663" y="177718"/>
                  <a:pt x="47589" y="190644"/>
                  <a:pt x="63548" y="190644"/>
                </a:cubicBezTo>
                <a:lnTo>
                  <a:pt x="75102" y="190644"/>
                </a:lnTo>
                <a:cubicBezTo>
                  <a:pt x="91062" y="190644"/>
                  <a:pt x="103988" y="177718"/>
                  <a:pt x="103988" y="161759"/>
                </a:cubicBezTo>
                <a:lnTo>
                  <a:pt x="103988" y="155982"/>
                </a:lnTo>
                <a:close/>
                <a:moveTo>
                  <a:pt x="66437" y="40440"/>
                </a:moveTo>
                <a:cubicBezTo>
                  <a:pt x="52066" y="40440"/>
                  <a:pt x="40440" y="52066"/>
                  <a:pt x="40440" y="66437"/>
                </a:cubicBezTo>
                <a:cubicBezTo>
                  <a:pt x="40440" y="71239"/>
                  <a:pt x="36576" y="75102"/>
                  <a:pt x="31774" y="75102"/>
                </a:cubicBezTo>
                <a:cubicBezTo>
                  <a:pt x="26972" y="75102"/>
                  <a:pt x="23108" y="71239"/>
                  <a:pt x="23108" y="66437"/>
                </a:cubicBezTo>
                <a:cubicBezTo>
                  <a:pt x="23108" y="42498"/>
                  <a:pt x="42498" y="23108"/>
                  <a:pt x="66437" y="23108"/>
                </a:cubicBezTo>
                <a:cubicBezTo>
                  <a:pt x="71239" y="23108"/>
                  <a:pt x="75102" y="26972"/>
                  <a:pt x="75102" y="31774"/>
                </a:cubicBezTo>
                <a:cubicBezTo>
                  <a:pt x="75102" y="36576"/>
                  <a:pt x="71239" y="40440"/>
                  <a:pt x="66437" y="4044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0" name="Text 28"/>
          <p:cNvSpPr/>
          <p:nvPr/>
        </p:nvSpPr>
        <p:spPr>
          <a:xfrm>
            <a:off x="6744448" y="1452141"/>
            <a:ext cx="2089001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Nguyên tắc viết hiệu quả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2476" y="1821715"/>
            <a:ext cx="5222502" cy="868876"/>
          </a:xfrm>
          <a:custGeom>
            <a:avLst/>
            <a:gdLst/>
            <a:ahLst/>
            <a:cxnLst/>
            <a:rect l="l" t="t" r="r" b="b"/>
            <a:pathLst>
              <a:path w="5222502" h="868876">
                <a:moveTo>
                  <a:pt x="73950" y="0"/>
                </a:moveTo>
                <a:lnTo>
                  <a:pt x="5148552" y="0"/>
                </a:lnTo>
                <a:cubicBezTo>
                  <a:pt x="5189393" y="0"/>
                  <a:pt x="5222502" y="33109"/>
                  <a:pt x="5222502" y="73950"/>
                </a:cubicBezTo>
                <a:lnTo>
                  <a:pt x="5222502" y="794926"/>
                </a:lnTo>
                <a:cubicBezTo>
                  <a:pt x="5222502" y="835768"/>
                  <a:pt x="5189393" y="868876"/>
                  <a:pt x="5148552" y="868876"/>
                </a:cubicBezTo>
                <a:lnTo>
                  <a:pt x="73950" y="868876"/>
                </a:lnTo>
                <a:cubicBezTo>
                  <a:pt x="33109" y="868876"/>
                  <a:pt x="0" y="835768"/>
                  <a:pt x="0" y="794926"/>
                </a:cubicBezTo>
                <a:lnTo>
                  <a:pt x="0" y="73950"/>
                </a:lnTo>
                <a:cubicBezTo>
                  <a:pt x="0" y="33109"/>
                  <a:pt x="33109" y="0"/>
                  <a:pt x="739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550273" y="1969512"/>
            <a:ext cx="5009904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Tập trung vào "WHY" thay vì chỉ "WHAT"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50273" y="2302176"/>
            <a:ext cx="5000661" cy="24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cho biết </a:t>
            </a:r>
            <a:pPr>
              <a:lnSpc>
                <a:spcPct val="140000"/>
              </a:lnSpc>
            </a:pPr>
            <a:r>
              <a:rPr lang="en-US" sz="1165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làm gì</a:t>
            </a:r>
            <a:pPr>
              <a:lnSpc>
                <a:spcPct val="14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documentation giải thích </a:t>
            </a:r>
            <a:pPr>
              <a:lnSpc>
                <a:spcPct val="140000"/>
              </a:lnSpc>
            </a:pPr>
            <a:r>
              <a:rPr lang="en-US" sz="1165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tại sao</a:t>
            </a:r>
            <a:pPr>
              <a:lnSpc>
                <a:spcPct val="14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chọn giải pháp đó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2476" y="2801254"/>
            <a:ext cx="2560412" cy="665522"/>
          </a:xfrm>
          <a:custGeom>
            <a:avLst/>
            <a:gdLst/>
            <a:ahLst/>
            <a:cxnLst/>
            <a:rect l="l" t="t" r="r" b="b"/>
            <a:pathLst>
              <a:path w="2560412" h="665522">
                <a:moveTo>
                  <a:pt x="73946" y="0"/>
                </a:moveTo>
                <a:lnTo>
                  <a:pt x="2486466" y="0"/>
                </a:lnTo>
                <a:cubicBezTo>
                  <a:pt x="2527306" y="0"/>
                  <a:pt x="2560412" y="33107"/>
                  <a:pt x="2560412" y="73946"/>
                </a:cubicBezTo>
                <a:lnTo>
                  <a:pt x="2560412" y="591576"/>
                </a:lnTo>
                <a:cubicBezTo>
                  <a:pt x="2560412" y="632416"/>
                  <a:pt x="2527306" y="665522"/>
                  <a:pt x="2486466" y="665522"/>
                </a:cubicBezTo>
                <a:lnTo>
                  <a:pt x="73946" y="665522"/>
                </a:lnTo>
                <a:cubicBezTo>
                  <a:pt x="33134" y="665522"/>
                  <a:pt x="0" y="632388"/>
                  <a:pt x="0" y="591576"/>
                </a:cubicBezTo>
                <a:lnTo>
                  <a:pt x="0" y="73946"/>
                </a:lnTo>
                <a:cubicBezTo>
                  <a:pt x="0" y="33134"/>
                  <a:pt x="33134" y="0"/>
                  <a:pt x="7394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513364" y="2912143"/>
            <a:ext cx="241251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Ngắn gọn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13364" y="3170989"/>
            <a:ext cx="2403275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Đủ thông tin, không dư thừa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70696" y="2801254"/>
            <a:ext cx="2560412" cy="665522"/>
          </a:xfrm>
          <a:custGeom>
            <a:avLst/>
            <a:gdLst/>
            <a:ahLst/>
            <a:cxnLst/>
            <a:rect l="l" t="t" r="r" b="b"/>
            <a:pathLst>
              <a:path w="2560412" h="665522">
                <a:moveTo>
                  <a:pt x="73946" y="0"/>
                </a:moveTo>
                <a:lnTo>
                  <a:pt x="2486466" y="0"/>
                </a:lnTo>
                <a:cubicBezTo>
                  <a:pt x="2527306" y="0"/>
                  <a:pt x="2560412" y="33107"/>
                  <a:pt x="2560412" y="73946"/>
                </a:cubicBezTo>
                <a:lnTo>
                  <a:pt x="2560412" y="591576"/>
                </a:lnTo>
                <a:cubicBezTo>
                  <a:pt x="2560412" y="632416"/>
                  <a:pt x="2527306" y="665522"/>
                  <a:pt x="2486466" y="665522"/>
                </a:cubicBezTo>
                <a:lnTo>
                  <a:pt x="73946" y="665522"/>
                </a:lnTo>
                <a:cubicBezTo>
                  <a:pt x="33134" y="665522"/>
                  <a:pt x="0" y="632388"/>
                  <a:pt x="0" y="591576"/>
                </a:cubicBezTo>
                <a:lnTo>
                  <a:pt x="0" y="73946"/>
                </a:lnTo>
                <a:cubicBezTo>
                  <a:pt x="0" y="33134"/>
                  <a:pt x="33134" y="0"/>
                  <a:pt x="7394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181584" y="2912143"/>
            <a:ext cx="241251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Dễ hiểu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81584" y="3170989"/>
            <a:ext cx="2403275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Tránh mơ hồ, rõ ràng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2476" y="3577472"/>
            <a:ext cx="2560412" cy="665522"/>
          </a:xfrm>
          <a:custGeom>
            <a:avLst/>
            <a:gdLst/>
            <a:ahLst/>
            <a:cxnLst/>
            <a:rect l="l" t="t" r="r" b="b"/>
            <a:pathLst>
              <a:path w="2560412" h="665522">
                <a:moveTo>
                  <a:pt x="73946" y="0"/>
                </a:moveTo>
                <a:lnTo>
                  <a:pt x="2486466" y="0"/>
                </a:lnTo>
                <a:cubicBezTo>
                  <a:pt x="2527306" y="0"/>
                  <a:pt x="2560412" y="33107"/>
                  <a:pt x="2560412" y="73946"/>
                </a:cubicBezTo>
                <a:lnTo>
                  <a:pt x="2560412" y="591576"/>
                </a:lnTo>
                <a:cubicBezTo>
                  <a:pt x="2560412" y="632416"/>
                  <a:pt x="2527306" y="665522"/>
                  <a:pt x="2486466" y="665522"/>
                </a:cubicBezTo>
                <a:lnTo>
                  <a:pt x="73946" y="665522"/>
                </a:lnTo>
                <a:cubicBezTo>
                  <a:pt x="33134" y="665522"/>
                  <a:pt x="0" y="632388"/>
                  <a:pt x="0" y="591576"/>
                </a:cubicBezTo>
                <a:lnTo>
                  <a:pt x="0" y="73946"/>
                </a:lnTo>
                <a:cubicBezTo>
                  <a:pt x="0" y="33134"/>
                  <a:pt x="33134" y="0"/>
                  <a:pt x="7394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513364" y="3688360"/>
            <a:ext cx="241251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Cập nhật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13364" y="3947206"/>
            <a:ext cx="2403275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Theo kịp thay đổi code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70696" y="3577472"/>
            <a:ext cx="2560412" cy="665522"/>
          </a:xfrm>
          <a:custGeom>
            <a:avLst/>
            <a:gdLst/>
            <a:ahLst/>
            <a:cxnLst/>
            <a:rect l="l" t="t" r="r" b="b"/>
            <a:pathLst>
              <a:path w="2560412" h="665522">
                <a:moveTo>
                  <a:pt x="73946" y="0"/>
                </a:moveTo>
                <a:lnTo>
                  <a:pt x="2486466" y="0"/>
                </a:lnTo>
                <a:cubicBezTo>
                  <a:pt x="2527306" y="0"/>
                  <a:pt x="2560412" y="33107"/>
                  <a:pt x="2560412" y="73946"/>
                </a:cubicBezTo>
                <a:lnTo>
                  <a:pt x="2560412" y="591576"/>
                </a:lnTo>
                <a:cubicBezTo>
                  <a:pt x="2560412" y="632416"/>
                  <a:pt x="2527306" y="665522"/>
                  <a:pt x="2486466" y="665522"/>
                </a:cubicBezTo>
                <a:lnTo>
                  <a:pt x="73946" y="665522"/>
                </a:lnTo>
                <a:cubicBezTo>
                  <a:pt x="33134" y="665522"/>
                  <a:pt x="0" y="632388"/>
                  <a:pt x="0" y="591576"/>
                </a:cubicBezTo>
                <a:lnTo>
                  <a:pt x="0" y="73946"/>
                </a:lnTo>
                <a:cubicBezTo>
                  <a:pt x="0" y="33134"/>
                  <a:pt x="33134" y="0"/>
                  <a:pt x="7394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9181584" y="3688360"/>
            <a:ext cx="241251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Nhất quán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81584" y="3947206"/>
            <a:ext cx="2403275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 và phong cách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12473" y="4627942"/>
            <a:ext cx="5602507" cy="2228678"/>
          </a:xfrm>
          <a:custGeom>
            <a:avLst/>
            <a:gdLst/>
            <a:ahLst/>
            <a:cxnLst/>
            <a:rect l="l" t="t" r="r" b="b"/>
            <a:pathLst>
              <a:path w="5602507" h="2228678">
                <a:moveTo>
                  <a:pt x="110921" y="0"/>
                </a:moveTo>
                <a:lnTo>
                  <a:pt x="5491586" y="0"/>
                </a:lnTo>
                <a:cubicBezTo>
                  <a:pt x="5552846" y="0"/>
                  <a:pt x="5602507" y="49661"/>
                  <a:pt x="5602507" y="110921"/>
                </a:cubicBezTo>
                <a:lnTo>
                  <a:pt x="5602507" y="2117757"/>
                </a:lnTo>
                <a:cubicBezTo>
                  <a:pt x="5602507" y="2179017"/>
                  <a:pt x="5552846" y="2228678"/>
                  <a:pt x="5491586" y="2228678"/>
                </a:cubicBezTo>
                <a:lnTo>
                  <a:pt x="110921" y="2228678"/>
                </a:lnTo>
                <a:cubicBezTo>
                  <a:pt x="49661" y="2228678"/>
                  <a:pt x="0" y="2179017"/>
                  <a:pt x="0" y="2117757"/>
                </a:cubicBezTo>
                <a:lnTo>
                  <a:pt x="0" y="110921"/>
                </a:lnTo>
                <a:cubicBezTo>
                  <a:pt x="0" y="49702"/>
                  <a:pt x="49702" y="0"/>
                  <a:pt x="11092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25584" y="4854855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92434" y="0"/>
                </a:moveTo>
                <a:cubicBezTo>
                  <a:pt x="97741" y="0"/>
                  <a:pt x="102616" y="2925"/>
                  <a:pt x="105143" y="7582"/>
                </a:cubicBezTo>
                <a:lnTo>
                  <a:pt x="183134" y="152010"/>
                </a:lnTo>
                <a:cubicBezTo>
                  <a:pt x="185553" y="156487"/>
                  <a:pt x="185445" y="161903"/>
                  <a:pt x="182845" y="166272"/>
                </a:cubicBezTo>
                <a:cubicBezTo>
                  <a:pt x="180246" y="170641"/>
                  <a:pt x="175516" y="173313"/>
                  <a:pt x="170425" y="173313"/>
                </a:cubicBezTo>
                <a:lnTo>
                  <a:pt x="14443" y="173313"/>
                </a:lnTo>
                <a:cubicBezTo>
                  <a:pt x="9352" y="173313"/>
                  <a:pt x="4658" y="170641"/>
                  <a:pt x="2022" y="166272"/>
                </a:cubicBezTo>
                <a:cubicBezTo>
                  <a:pt x="-614" y="161903"/>
                  <a:pt x="-686" y="156487"/>
                  <a:pt x="1733" y="152010"/>
                </a:cubicBezTo>
                <a:lnTo>
                  <a:pt x="79724" y="7582"/>
                </a:lnTo>
                <a:cubicBezTo>
                  <a:pt x="82252" y="2925"/>
                  <a:pt x="87126" y="0"/>
                  <a:pt x="92434" y="0"/>
                </a:cubicBezTo>
                <a:close/>
                <a:moveTo>
                  <a:pt x="92434" y="60660"/>
                </a:moveTo>
                <a:cubicBezTo>
                  <a:pt x="87631" y="60660"/>
                  <a:pt x="83768" y="64523"/>
                  <a:pt x="83768" y="69325"/>
                </a:cubicBezTo>
                <a:lnTo>
                  <a:pt x="83768" y="109765"/>
                </a:lnTo>
                <a:cubicBezTo>
                  <a:pt x="83768" y="114567"/>
                  <a:pt x="87631" y="118431"/>
                  <a:pt x="92434" y="118431"/>
                </a:cubicBezTo>
                <a:cubicBezTo>
                  <a:pt x="97236" y="118431"/>
                  <a:pt x="101099" y="114567"/>
                  <a:pt x="101099" y="109765"/>
                </a:cubicBezTo>
                <a:lnTo>
                  <a:pt x="101099" y="69325"/>
                </a:lnTo>
                <a:cubicBezTo>
                  <a:pt x="101099" y="64523"/>
                  <a:pt x="97236" y="60660"/>
                  <a:pt x="92434" y="60660"/>
                </a:cubicBezTo>
                <a:close/>
                <a:moveTo>
                  <a:pt x="102074" y="138650"/>
                </a:moveTo>
                <a:cubicBezTo>
                  <a:pt x="102294" y="135072"/>
                  <a:pt x="100509" y="131667"/>
                  <a:pt x="97441" y="129812"/>
                </a:cubicBezTo>
                <a:cubicBezTo>
                  <a:pt x="94374" y="127956"/>
                  <a:pt x="90530" y="127956"/>
                  <a:pt x="87462" y="129812"/>
                </a:cubicBezTo>
                <a:cubicBezTo>
                  <a:pt x="84394" y="131667"/>
                  <a:pt x="82610" y="135072"/>
                  <a:pt x="82829" y="138650"/>
                </a:cubicBezTo>
                <a:cubicBezTo>
                  <a:pt x="82610" y="142229"/>
                  <a:pt x="84394" y="145634"/>
                  <a:pt x="87462" y="147489"/>
                </a:cubicBezTo>
                <a:cubicBezTo>
                  <a:pt x="90530" y="149345"/>
                  <a:pt x="94374" y="149345"/>
                  <a:pt x="97441" y="147489"/>
                </a:cubicBezTo>
                <a:cubicBezTo>
                  <a:pt x="100509" y="145634"/>
                  <a:pt x="102294" y="142229"/>
                  <a:pt x="102074" y="13865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8" name="Text 46"/>
          <p:cNvSpPr/>
          <p:nvPr/>
        </p:nvSpPr>
        <p:spPr>
          <a:xfrm>
            <a:off x="6744448" y="4817944"/>
            <a:ext cx="2005810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Thách thức &amp; Giải pháp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02476" y="5187519"/>
            <a:ext cx="5222502" cy="443682"/>
          </a:xfrm>
          <a:custGeom>
            <a:avLst/>
            <a:gdLst/>
            <a:ahLst/>
            <a:cxnLst/>
            <a:rect l="l" t="t" r="r" b="b"/>
            <a:pathLst>
              <a:path w="5222502" h="443682">
                <a:moveTo>
                  <a:pt x="73948" y="0"/>
                </a:moveTo>
                <a:lnTo>
                  <a:pt x="5148553" y="0"/>
                </a:lnTo>
                <a:cubicBezTo>
                  <a:pt x="5189394" y="0"/>
                  <a:pt x="5222502" y="33108"/>
                  <a:pt x="5222502" y="73948"/>
                </a:cubicBezTo>
                <a:lnTo>
                  <a:pt x="5222502" y="369733"/>
                </a:lnTo>
                <a:cubicBezTo>
                  <a:pt x="5222502" y="410574"/>
                  <a:pt x="5189394" y="443682"/>
                  <a:pt x="5148553" y="443682"/>
                </a:cubicBezTo>
                <a:lnTo>
                  <a:pt x="73948" y="443682"/>
                </a:lnTo>
                <a:cubicBezTo>
                  <a:pt x="33108" y="443682"/>
                  <a:pt x="0" y="410574"/>
                  <a:pt x="0" y="369733"/>
                </a:cubicBezTo>
                <a:lnTo>
                  <a:pt x="0" y="73948"/>
                </a:lnTo>
                <a:cubicBezTo>
                  <a:pt x="0" y="33135"/>
                  <a:pt x="33135" y="0"/>
                  <a:pt x="7394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513364" y="5298408"/>
            <a:ext cx="1867160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Dễ lỗi thờI khi code thay đổi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060778" y="5335316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145179" y="80475"/>
                </a:moveTo>
                <a:cubicBezTo>
                  <a:pt x="148789" y="76864"/>
                  <a:pt x="148789" y="71001"/>
                  <a:pt x="145179" y="67390"/>
                </a:cubicBezTo>
                <a:lnTo>
                  <a:pt x="98962" y="21173"/>
                </a:lnTo>
                <a:cubicBezTo>
                  <a:pt x="95351" y="17562"/>
                  <a:pt x="89487" y="17562"/>
                  <a:pt x="85877" y="21173"/>
                </a:cubicBezTo>
                <a:cubicBezTo>
                  <a:pt x="82266" y="24784"/>
                  <a:pt x="82266" y="30648"/>
                  <a:pt x="85877" y="34258"/>
                </a:cubicBezTo>
                <a:lnTo>
                  <a:pt x="116322" y="64704"/>
                </a:lnTo>
                <a:lnTo>
                  <a:pt x="9243" y="64704"/>
                </a:lnTo>
                <a:cubicBezTo>
                  <a:pt x="4131" y="64704"/>
                  <a:pt x="0" y="68834"/>
                  <a:pt x="0" y="73947"/>
                </a:cubicBezTo>
                <a:cubicBezTo>
                  <a:pt x="0" y="79060"/>
                  <a:pt x="4131" y="83190"/>
                  <a:pt x="9243" y="83190"/>
                </a:cubicBezTo>
                <a:lnTo>
                  <a:pt x="116322" y="83190"/>
                </a:lnTo>
                <a:lnTo>
                  <a:pt x="85877" y="113636"/>
                </a:lnTo>
                <a:cubicBezTo>
                  <a:pt x="82266" y="117246"/>
                  <a:pt x="82266" y="123110"/>
                  <a:pt x="85877" y="126721"/>
                </a:cubicBezTo>
                <a:cubicBezTo>
                  <a:pt x="89487" y="130331"/>
                  <a:pt x="95351" y="130331"/>
                  <a:pt x="98962" y="126721"/>
                </a:cubicBezTo>
                <a:lnTo>
                  <a:pt x="145179" y="8050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2" name="Text 50"/>
          <p:cNvSpPr/>
          <p:nvPr/>
        </p:nvSpPr>
        <p:spPr>
          <a:xfrm>
            <a:off x="9959407" y="5298408"/>
            <a:ext cx="1636076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GenAI tự động cập nhật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02476" y="5705050"/>
            <a:ext cx="5222502" cy="443682"/>
          </a:xfrm>
          <a:custGeom>
            <a:avLst/>
            <a:gdLst/>
            <a:ahLst/>
            <a:cxnLst/>
            <a:rect l="l" t="t" r="r" b="b"/>
            <a:pathLst>
              <a:path w="5222502" h="443682">
                <a:moveTo>
                  <a:pt x="73948" y="0"/>
                </a:moveTo>
                <a:lnTo>
                  <a:pt x="5148553" y="0"/>
                </a:lnTo>
                <a:cubicBezTo>
                  <a:pt x="5189394" y="0"/>
                  <a:pt x="5222502" y="33108"/>
                  <a:pt x="5222502" y="73948"/>
                </a:cubicBezTo>
                <a:lnTo>
                  <a:pt x="5222502" y="369733"/>
                </a:lnTo>
                <a:cubicBezTo>
                  <a:pt x="5222502" y="410574"/>
                  <a:pt x="5189394" y="443682"/>
                  <a:pt x="5148553" y="443682"/>
                </a:cubicBezTo>
                <a:lnTo>
                  <a:pt x="73948" y="443682"/>
                </a:lnTo>
                <a:cubicBezTo>
                  <a:pt x="33108" y="443682"/>
                  <a:pt x="0" y="410574"/>
                  <a:pt x="0" y="369733"/>
                </a:cubicBezTo>
                <a:lnTo>
                  <a:pt x="0" y="73948"/>
                </a:lnTo>
                <a:cubicBezTo>
                  <a:pt x="0" y="33135"/>
                  <a:pt x="33135" y="0"/>
                  <a:pt x="7394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513364" y="5815939"/>
            <a:ext cx="1783970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Tốn thờI gian viết thủ công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053557" y="5852849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145179" y="80475"/>
                </a:moveTo>
                <a:cubicBezTo>
                  <a:pt x="148789" y="76864"/>
                  <a:pt x="148789" y="71001"/>
                  <a:pt x="145179" y="67390"/>
                </a:cubicBezTo>
                <a:lnTo>
                  <a:pt x="98962" y="21173"/>
                </a:lnTo>
                <a:cubicBezTo>
                  <a:pt x="95351" y="17562"/>
                  <a:pt x="89487" y="17562"/>
                  <a:pt x="85877" y="21173"/>
                </a:cubicBezTo>
                <a:cubicBezTo>
                  <a:pt x="82266" y="24784"/>
                  <a:pt x="82266" y="30648"/>
                  <a:pt x="85877" y="34258"/>
                </a:cubicBezTo>
                <a:lnTo>
                  <a:pt x="116322" y="64704"/>
                </a:lnTo>
                <a:lnTo>
                  <a:pt x="9243" y="64704"/>
                </a:lnTo>
                <a:cubicBezTo>
                  <a:pt x="4131" y="64704"/>
                  <a:pt x="0" y="68834"/>
                  <a:pt x="0" y="73947"/>
                </a:cubicBezTo>
                <a:cubicBezTo>
                  <a:pt x="0" y="79060"/>
                  <a:pt x="4131" y="83190"/>
                  <a:pt x="9243" y="83190"/>
                </a:cubicBezTo>
                <a:lnTo>
                  <a:pt x="116322" y="83190"/>
                </a:lnTo>
                <a:lnTo>
                  <a:pt x="85877" y="113636"/>
                </a:lnTo>
                <a:cubicBezTo>
                  <a:pt x="82266" y="117246"/>
                  <a:pt x="82266" y="123110"/>
                  <a:pt x="85877" y="126721"/>
                </a:cubicBezTo>
                <a:cubicBezTo>
                  <a:pt x="89487" y="130331"/>
                  <a:pt x="95351" y="130331"/>
                  <a:pt x="98962" y="126721"/>
                </a:cubicBezTo>
                <a:lnTo>
                  <a:pt x="145179" y="8050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6" name="Text 54"/>
          <p:cNvSpPr/>
          <p:nvPr/>
        </p:nvSpPr>
        <p:spPr>
          <a:xfrm>
            <a:off x="10030818" y="5815939"/>
            <a:ext cx="156212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Tự động sinh docstring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02476" y="6222584"/>
            <a:ext cx="5222502" cy="443682"/>
          </a:xfrm>
          <a:custGeom>
            <a:avLst/>
            <a:gdLst/>
            <a:ahLst/>
            <a:cxnLst/>
            <a:rect l="l" t="t" r="r" b="b"/>
            <a:pathLst>
              <a:path w="5222502" h="443682">
                <a:moveTo>
                  <a:pt x="73948" y="0"/>
                </a:moveTo>
                <a:lnTo>
                  <a:pt x="5148553" y="0"/>
                </a:lnTo>
                <a:cubicBezTo>
                  <a:pt x="5189394" y="0"/>
                  <a:pt x="5222502" y="33108"/>
                  <a:pt x="5222502" y="73948"/>
                </a:cubicBezTo>
                <a:lnTo>
                  <a:pt x="5222502" y="369733"/>
                </a:lnTo>
                <a:cubicBezTo>
                  <a:pt x="5222502" y="410574"/>
                  <a:pt x="5189394" y="443682"/>
                  <a:pt x="5148553" y="443682"/>
                </a:cubicBezTo>
                <a:lnTo>
                  <a:pt x="73948" y="443682"/>
                </a:lnTo>
                <a:cubicBezTo>
                  <a:pt x="33108" y="443682"/>
                  <a:pt x="0" y="410574"/>
                  <a:pt x="0" y="369733"/>
                </a:cubicBezTo>
                <a:lnTo>
                  <a:pt x="0" y="73948"/>
                </a:lnTo>
                <a:cubicBezTo>
                  <a:pt x="0" y="33135"/>
                  <a:pt x="33135" y="0"/>
                  <a:pt x="7394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513364" y="6333473"/>
            <a:ext cx="1894890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Thiếu nhất quán trong nhóm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102662" y="6370381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145179" y="80475"/>
                </a:moveTo>
                <a:cubicBezTo>
                  <a:pt x="148789" y="76864"/>
                  <a:pt x="148789" y="71001"/>
                  <a:pt x="145179" y="67390"/>
                </a:cubicBezTo>
                <a:lnTo>
                  <a:pt x="98962" y="21173"/>
                </a:lnTo>
                <a:cubicBezTo>
                  <a:pt x="95351" y="17562"/>
                  <a:pt x="89487" y="17562"/>
                  <a:pt x="85877" y="21173"/>
                </a:cubicBezTo>
                <a:cubicBezTo>
                  <a:pt x="82266" y="24784"/>
                  <a:pt x="82266" y="30648"/>
                  <a:pt x="85877" y="34258"/>
                </a:cubicBezTo>
                <a:lnTo>
                  <a:pt x="116322" y="64704"/>
                </a:lnTo>
                <a:lnTo>
                  <a:pt x="9243" y="64704"/>
                </a:lnTo>
                <a:cubicBezTo>
                  <a:pt x="4131" y="64704"/>
                  <a:pt x="0" y="68834"/>
                  <a:pt x="0" y="73947"/>
                </a:cubicBezTo>
                <a:cubicBezTo>
                  <a:pt x="0" y="79060"/>
                  <a:pt x="4131" y="83190"/>
                  <a:pt x="9243" y="83190"/>
                </a:cubicBezTo>
                <a:lnTo>
                  <a:pt x="116322" y="83190"/>
                </a:lnTo>
                <a:lnTo>
                  <a:pt x="85877" y="113636"/>
                </a:lnTo>
                <a:cubicBezTo>
                  <a:pt x="82266" y="117246"/>
                  <a:pt x="82266" y="123110"/>
                  <a:pt x="85877" y="126721"/>
                </a:cubicBezTo>
                <a:cubicBezTo>
                  <a:pt x="89487" y="130331"/>
                  <a:pt x="95351" y="130331"/>
                  <a:pt x="98962" y="126721"/>
                </a:cubicBezTo>
                <a:lnTo>
                  <a:pt x="145179" y="8050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0" name="Text 58"/>
          <p:cNvSpPr/>
          <p:nvPr/>
        </p:nvSpPr>
        <p:spPr>
          <a:xfrm>
            <a:off x="10020708" y="6333473"/>
            <a:ext cx="1571372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Few-shot learning style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844" y="372844"/>
            <a:ext cx="11520881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spc="59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1: DOCUMENTING CODE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2844" y="671087"/>
            <a:ext cx="11614092" cy="37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Docstring và Các định dạng phổ biến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8022" y="1235532"/>
            <a:ext cx="7560449" cy="2135568"/>
          </a:xfrm>
          <a:custGeom>
            <a:avLst/>
            <a:gdLst/>
            <a:ahLst/>
            <a:cxnLst/>
            <a:rect l="l" t="t" r="r" b="b"/>
            <a:pathLst>
              <a:path w="7560449" h="2135568">
                <a:moveTo>
                  <a:pt x="111861" y="0"/>
                </a:moveTo>
                <a:lnTo>
                  <a:pt x="7448587" y="0"/>
                </a:lnTo>
                <a:cubicBezTo>
                  <a:pt x="7510367" y="0"/>
                  <a:pt x="7560449" y="50082"/>
                  <a:pt x="7560449" y="111861"/>
                </a:cubicBezTo>
                <a:lnTo>
                  <a:pt x="7560449" y="2023707"/>
                </a:lnTo>
                <a:cubicBezTo>
                  <a:pt x="7560449" y="2085486"/>
                  <a:pt x="7510367" y="2135568"/>
                  <a:pt x="7448587" y="2135568"/>
                </a:cubicBezTo>
                <a:lnTo>
                  <a:pt x="111861" y="2135568"/>
                </a:lnTo>
                <a:cubicBezTo>
                  <a:pt x="50082" y="2135568"/>
                  <a:pt x="0" y="2085486"/>
                  <a:pt x="0" y="2023707"/>
                </a:cubicBezTo>
                <a:lnTo>
                  <a:pt x="0" y="111861"/>
                </a:lnTo>
                <a:cubicBezTo>
                  <a:pt x="0" y="50123"/>
                  <a:pt x="50123" y="0"/>
                  <a:pt x="11186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8847" y="1426970"/>
            <a:ext cx="139817" cy="186422"/>
          </a:xfrm>
          <a:custGeom>
            <a:avLst/>
            <a:gdLst/>
            <a:ahLst/>
            <a:cxnLst/>
            <a:rect l="l" t="t" r="r" b="b"/>
            <a:pathLst>
              <a:path w="139817" h="186422">
                <a:moveTo>
                  <a:pt x="0" y="23303"/>
                </a:moveTo>
                <a:cubicBezTo>
                  <a:pt x="0" y="10450"/>
                  <a:pt x="10450" y="0"/>
                  <a:pt x="23303" y="0"/>
                </a:cubicBezTo>
                <a:lnTo>
                  <a:pt x="77737" y="0"/>
                </a:lnTo>
                <a:cubicBezTo>
                  <a:pt x="83926" y="0"/>
                  <a:pt x="89861" y="2440"/>
                  <a:pt x="94231" y="6809"/>
                </a:cubicBezTo>
                <a:lnTo>
                  <a:pt x="133008" y="45622"/>
                </a:lnTo>
                <a:cubicBezTo>
                  <a:pt x="137377" y="49992"/>
                  <a:pt x="139817" y="55927"/>
                  <a:pt x="139817" y="62116"/>
                </a:cubicBezTo>
                <a:lnTo>
                  <a:pt x="139817" y="163119"/>
                </a:lnTo>
                <a:cubicBezTo>
                  <a:pt x="139817" y="175972"/>
                  <a:pt x="129367" y="186422"/>
                  <a:pt x="116514" y="186422"/>
                </a:cubicBezTo>
                <a:lnTo>
                  <a:pt x="23303" y="186422"/>
                </a:lnTo>
                <a:cubicBezTo>
                  <a:pt x="10450" y="186422"/>
                  <a:pt x="0" y="175972"/>
                  <a:pt x="0" y="163119"/>
                </a:cubicBezTo>
                <a:lnTo>
                  <a:pt x="0" y="23303"/>
                </a:lnTo>
                <a:close/>
                <a:moveTo>
                  <a:pt x="75734" y="21300"/>
                </a:moveTo>
                <a:lnTo>
                  <a:pt x="75734" y="55344"/>
                </a:lnTo>
                <a:cubicBezTo>
                  <a:pt x="75734" y="60187"/>
                  <a:pt x="79630" y="64083"/>
                  <a:pt x="84472" y="64083"/>
                </a:cubicBezTo>
                <a:lnTo>
                  <a:pt x="118516" y="64083"/>
                </a:lnTo>
                <a:lnTo>
                  <a:pt x="75734" y="21300"/>
                </a:lnTo>
                <a:close/>
                <a:moveTo>
                  <a:pt x="56145" y="107630"/>
                </a:moveTo>
                <a:cubicBezTo>
                  <a:pt x="59276" y="103952"/>
                  <a:pt x="58876" y="98454"/>
                  <a:pt x="55198" y="95323"/>
                </a:cubicBezTo>
                <a:cubicBezTo>
                  <a:pt x="51521" y="92192"/>
                  <a:pt x="46023" y="92592"/>
                  <a:pt x="42892" y="96269"/>
                </a:cubicBezTo>
                <a:lnTo>
                  <a:pt x="25415" y="116659"/>
                </a:lnTo>
                <a:cubicBezTo>
                  <a:pt x="22611" y="119936"/>
                  <a:pt x="22611" y="124743"/>
                  <a:pt x="25415" y="128019"/>
                </a:cubicBezTo>
                <a:lnTo>
                  <a:pt x="42892" y="148409"/>
                </a:lnTo>
                <a:cubicBezTo>
                  <a:pt x="46023" y="152087"/>
                  <a:pt x="51557" y="152487"/>
                  <a:pt x="55198" y="149356"/>
                </a:cubicBezTo>
                <a:cubicBezTo>
                  <a:pt x="58839" y="146225"/>
                  <a:pt x="59276" y="140690"/>
                  <a:pt x="56145" y="137049"/>
                </a:cubicBezTo>
                <a:lnTo>
                  <a:pt x="43547" y="122339"/>
                </a:lnTo>
                <a:lnTo>
                  <a:pt x="56145" y="107630"/>
                </a:lnTo>
                <a:close/>
                <a:moveTo>
                  <a:pt x="96925" y="96269"/>
                </a:moveTo>
                <a:cubicBezTo>
                  <a:pt x="93794" y="92592"/>
                  <a:pt x="88259" y="92192"/>
                  <a:pt x="84618" y="95323"/>
                </a:cubicBezTo>
                <a:cubicBezTo>
                  <a:pt x="80977" y="98454"/>
                  <a:pt x="80540" y="103989"/>
                  <a:pt x="83671" y="107630"/>
                </a:cubicBezTo>
                <a:lnTo>
                  <a:pt x="96269" y="122339"/>
                </a:lnTo>
                <a:lnTo>
                  <a:pt x="83671" y="137049"/>
                </a:lnTo>
                <a:cubicBezTo>
                  <a:pt x="80540" y="140727"/>
                  <a:pt x="80941" y="146225"/>
                  <a:pt x="84618" y="149356"/>
                </a:cubicBezTo>
                <a:cubicBezTo>
                  <a:pt x="88296" y="152487"/>
                  <a:pt x="93794" y="152087"/>
                  <a:pt x="96925" y="148409"/>
                </a:cubicBezTo>
                <a:lnTo>
                  <a:pt x="114402" y="128019"/>
                </a:lnTo>
                <a:cubicBezTo>
                  <a:pt x="117206" y="124743"/>
                  <a:pt x="117206" y="119936"/>
                  <a:pt x="114402" y="116659"/>
                </a:cubicBezTo>
                <a:lnTo>
                  <a:pt x="96925" y="9626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Text 4"/>
          <p:cNvSpPr/>
          <p:nvPr/>
        </p:nvSpPr>
        <p:spPr>
          <a:xfrm>
            <a:off x="877090" y="1389750"/>
            <a:ext cx="1817615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Vai trò của Docstring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2241" y="1762432"/>
            <a:ext cx="3569982" cy="671119"/>
          </a:xfrm>
          <a:custGeom>
            <a:avLst/>
            <a:gdLst/>
            <a:ahLst/>
            <a:cxnLst/>
            <a:rect l="l" t="t" r="r" b="b"/>
            <a:pathLst>
              <a:path w="3569982" h="671119">
                <a:moveTo>
                  <a:pt x="74568" y="0"/>
                </a:moveTo>
                <a:lnTo>
                  <a:pt x="3495414" y="0"/>
                </a:lnTo>
                <a:cubicBezTo>
                  <a:pt x="3536596" y="0"/>
                  <a:pt x="3569982" y="33385"/>
                  <a:pt x="3569982" y="74568"/>
                </a:cubicBezTo>
                <a:lnTo>
                  <a:pt x="3569982" y="596551"/>
                </a:lnTo>
                <a:cubicBezTo>
                  <a:pt x="3569982" y="637734"/>
                  <a:pt x="3536596" y="671119"/>
                  <a:pt x="3495414" y="671119"/>
                </a:cubicBezTo>
                <a:lnTo>
                  <a:pt x="74568" y="671119"/>
                </a:lnTo>
                <a:cubicBezTo>
                  <a:pt x="33413" y="671119"/>
                  <a:pt x="0" y="637706"/>
                  <a:pt x="0" y="596551"/>
                </a:cubicBezTo>
                <a:lnTo>
                  <a:pt x="0" y="74568"/>
                </a:lnTo>
                <a:cubicBezTo>
                  <a:pt x="0" y="33385"/>
                  <a:pt x="33385" y="0"/>
                  <a:pt x="7456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4062" y="1874254"/>
            <a:ext cx="3420844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Hỗ trợ đọc hiểu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062" y="2135276"/>
            <a:ext cx="3411523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Nắm chức năng hàm/lớp nhanh chóng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14400" y="1762432"/>
            <a:ext cx="3569982" cy="671119"/>
          </a:xfrm>
          <a:custGeom>
            <a:avLst/>
            <a:gdLst/>
            <a:ahLst/>
            <a:cxnLst/>
            <a:rect l="l" t="t" r="r" b="b"/>
            <a:pathLst>
              <a:path w="3569982" h="671119">
                <a:moveTo>
                  <a:pt x="74568" y="0"/>
                </a:moveTo>
                <a:lnTo>
                  <a:pt x="3495414" y="0"/>
                </a:lnTo>
                <a:cubicBezTo>
                  <a:pt x="3536596" y="0"/>
                  <a:pt x="3569982" y="33385"/>
                  <a:pt x="3569982" y="74568"/>
                </a:cubicBezTo>
                <a:lnTo>
                  <a:pt x="3569982" y="596551"/>
                </a:lnTo>
                <a:cubicBezTo>
                  <a:pt x="3569982" y="637734"/>
                  <a:pt x="3536596" y="671119"/>
                  <a:pt x="3495414" y="671119"/>
                </a:cubicBezTo>
                <a:lnTo>
                  <a:pt x="74568" y="671119"/>
                </a:lnTo>
                <a:cubicBezTo>
                  <a:pt x="33413" y="671119"/>
                  <a:pt x="0" y="637706"/>
                  <a:pt x="0" y="596551"/>
                </a:cubicBezTo>
                <a:lnTo>
                  <a:pt x="0" y="74568"/>
                </a:lnTo>
                <a:cubicBezTo>
                  <a:pt x="0" y="33385"/>
                  <a:pt x="33385" y="0"/>
                  <a:pt x="7456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326221" y="1874254"/>
            <a:ext cx="3420844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Tạo tài liệu tự động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26221" y="2135276"/>
            <a:ext cx="3411523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Sphinx, HTML, PDF generation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2241" y="2545179"/>
            <a:ext cx="3569982" cy="671119"/>
          </a:xfrm>
          <a:custGeom>
            <a:avLst/>
            <a:gdLst/>
            <a:ahLst/>
            <a:cxnLst/>
            <a:rect l="l" t="t" r="r" b="b"/>
            <a:pathLst>
              <a:path w="3569982" h="671119">
                <a:moveTo>
                  <a:pt x="74568" y="0"/>
                </a:moveTo>
                <a:lnTo>
                  <a:pt x="3495414" y="0"/>
                </a:lnTo>
                <a:cubicBezTo>
                  <a:pt x="3536596" y="0"/>
                  <a:pt x="3569982" y="33385"/>
                  <a:pt x="3569982" y="74568"/>
                </a:cubicBezTo>
                <a:lnTo>
                  <a:pt x="3569982" y="596551"/>
                </a:lnTo>
                <a:cubicBezTo>
                  <a:pt x="3569982" y="637734"/>
                  <a:pt x="3536596" y="671119"/>
                  <a:pt x="3495414" y="671119"/>
                </a:cubicBezTo>
                <a:lnTo>
                  <a:pt x="74568" y="671119"/>
                </a:lnTo>
                <a:cubicBezTo>
                  <a:pt x="33413" y="671119"/>
                  <a:pt x="0" y="637706"/>
                  <a:pt x="0" y="596551"/>
                </a:cubicBezTo>
                <a:lnTo>
                  <a:pt x="0" y="74568"/>
                </a:lnTo>
                <a:cubicBezTo>
                  <a:pt x="0" y="33385"/>
                  <a:pt x="33385" y="0"/>
                  <a:pt x="7456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4062" y="2657001"/>
            <a:ext cx="3420844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Tích hợp IDE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062" y="2918023"/>
            <a:ext cx="3411523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Hiển thị gợi ý khi lập trình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14400" y="2545179"/>
            <a:ext cx="3569982" cy="671119"/>
          </a:xfrm>
          <a:custGeom>
            <a:avLst/>
            <a:gdLst/>
            <a:ahLst/>
            <a:cxnLst/>
            <a:rect l="l" t="t" r="r" b="b"/>
            <a:pathLst>
              <a:path w="3569982" h="671119">
                <a:moveTo>
                  <a:pt x="74568" y="0"/>
                </a:moveTo>
                <a:lnTo>
                  <a:pt x="3495414" y="0"/>
                </a:lnTo>
                <a:cubicBezTo>
                  <a:pt x="3536596" y="0"/>
                  <a:pt x="3569982" y="33385"/>
                  <a:pt x="3569982" y="74568"/>
                </a:cubicBezTo>
                <a:lnTo>
                  <a:pt x="3569982" y="596551"/>
                </a:lnTo>
                <a:cubicBezTo>
                  <a:pt x="3569982" y="637734"/>
                  <a:pt x="3536596" y="671119"/>
                  <a:pt x="3495414" y="671119"/>
                </a:cubicBezTo>
                <a:lnTo>
                  <a:pt x="74568" y="671119"/>
                </a:lnTo>
                <a:cubicBezTo>
                  <a:pt x="33413" y="671119"/>
                  <a:pt x="0" y="637706"/>
                  <a:pt x="0" y="596551"/>
                </a:cubicBezTo>
                <a:lnTo>
                  <a:pt x="0" y="74568"/>
                </a:lnTo>
                <a:cubicBezTo>
                  <a:pt x="0" y="33385"/>
                  <a:pt x="33385" y="0"/>
                  <a:pt x="7456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326221" y="2657001"/>
            <a:ext cx="3420844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Giảm chi phí bảo trì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26221" y="2918023"/>
            <a:ext cx="3411523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Dễ sửa lỗi và nâng cấp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8022" y="3529720"/>
            <a:ext cx="7560449" cy="3328669"/>
          </a:xfrm>
          <a:custGeom>
            <a:avLst/>
            <a:gdLst/>
            <a:ahLst/>
            <a:cxnLst/>
            <a:rect l="l" t="t" r="r" b="b"/>
            <a:pathLst>
              <a:path w="7560449" h="3328669">
                <a:moveTo>
                  <a:pt x="111843" y="0"/>
                </a:moveTo>
                <a:lnTo>
                  <a:pt x="7448605" y="0"/>
                </a:lnTo>
                <a:cubicBezTo>
                  <a:pt x="7510375" y="0"/>
                  <a:pt x="7560449" y="50074"/>
                  <a:pt x="7560449" y="111843"/>
                </a:cubicBezTo>
                <a:lnTo>
                  <a:pt x="7560449" y="3216825"/>
                </a:lnTo>
                <a:cubicBezTo>
                  <a:pt x="7560449" y="3278595"/>
                  <a:pt x="7510375" y="3328669"/>
                  <a:pt x="7448605" y="3328669"/>
                </a:cubicBezTo>
                <a:lnTo>
                  <a:pt x="111843" y="3328669"/>
                </a:lnTo>
                <a:cubicBezTo>
                  <a:pt x="50074" y="3328669"/>
                  <a:pt x="0" y="3278595"/>
                  <a:pt x="0" y="3216825"/>
                </a:cubicBezTo>
                <a:lnTo>
                  <a:pt x="0" y="111843"/>
                </a:lnTo>
                <a:cubicBezTo>
                  <a:pt x="0" y="50074"/>
                  <a:pt x="50074" y="0"/>
                  <a:pt x="11184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5544" y="3721158"/>
            <a:ext cx="186422" cy="186422"/>
          </a:xfrm>
          <a:custGeom>
            <a:avLst/>
            <a:gdLst/>
            <a:ahLst/>
            <a:cxnLst/>
            <a:rect l="l" t="t" r="r" b="b"/>
            <a:pathLst>
              <a:path w="186422" h="186422">
                <a:moveTo>
                  <a:pt x="14564" y="17477"/>
                </a:moveTo>
                <a:cubicBezTo>
                  <a:pt x="9722" y="17477"/>
                  <a:pt x="5826" y="21373"/>
                  <a:pt x="5826" y="26216"/>
                </a:cubicBezTo>
                <a:lnTo>
                  <a:pt x="5826" y="43693"/>
                </a:lnTo>
                <a:cubicBezTo>
                  <a:pt x="5826" y="48535"/>
                  <a:pt x="9722" y="52431"/>
                  <a:pt x="14564" y="52431"/>
                </a:cubicBezTo>
                <a:lnTo>
                  <a:pt x="32041" y="52431"/>
                </a:lnTo>
                <a:cubicBezTo>
                  <a:pt x="36884" y="52431"/>
                  <a:pt x="40780" y="48535"/>
                  <a:pt x="40780" y="43693"/>
                </a:cubicBezTo>
                <a:lnTo>
                  <a:pt x="40780" y="26216"/>
                </a:lnTo>
                <a:cubicBezTo>
                  <a:pt x="40780" y="21373"/>
                  <a:pt x="36884" y="17477"/>
                  <a:pt x="32041" y="17477"/>
                </a:cubicBezTo>
                <a:lnTo>
                  <a:pt x="14564" y="17477"/>
                </a:lnTo>
                <a:close/>
                <a:moveTo>
                  <a:pt x="69908" y="23303"/>
                </a:moveTo>
                <a:cubicBezTo>
                  <a:pt x="63464" y="23303"/>
                  <a:pt x="58257" y="28509"/>
                  <a:pt x="58257" y="34954"/>
                </a:cubicBezTo>
                <a:cubicBezTo>
                  <a:pt x="58257" y="41399"/>
                  <a:pt x="63464" y="46606"/>
                  <a:pt x="69908" y="46606"/>
                </a:cubicBezTo>
                <a:lnTo>
                  <a:pt x="174771" y="46606"/>
                </a:lnTo>
                <a:cubicBezTo>
                  <a:pt x="181215" y="46606"/>
                  <a:pt x="186422" y="41399"/>
                  <a:pt x="186422" y="34954"/>
                </a:cubicBezTo>
                <a:cubicBezTo>
                  <a:pt x="186422" y="28509"/>
                  <a:pt x="181215" y="23303"/>
                  <a:pt x="174771" y="23303"/>
                </a:cubicBezTo>
                <a:lnTo>
                  <a:pt x="69908" y="23303"/>
                </a:lnTo>
                <a:close/>
                <a:moveTo>
                  <a:pt x="69908" y="81560"/>
                </a:moveTo>
                <a:cubicBezTo>
                  <a:pt x="63464" y="81560"/>
                  <a:pt x="58257" y="86766"/>
                  <a:pt x="58257" y="93211"/>
                </a:cubicBezTo>
                <a:cubicBezTo>
                  <a:pt x="58257" y="99656"/>
                  <a:pt x="63464" y="104862"/>
                  <a:pt x="69908" y="104862"/>
                </a:cubicBezTo>
                <a:lnTo>
                  <a:pt x="174771" y="104862"/>
                </a:lnTo>
                <a:cubicBezTo>
                  <a:pt x="181215" y="104862"/>
                  <a:pt x="186422" y="99656"/>
                  <a:pt x="186422" y="93211"/>
                </a:cubicBezTo>
                <a:cubicBezTo>
                  <a:pt x="186422" y="86766"/>
                  <a:pt x="181215" y="81560"/>
                  <a:pt x="174771" y="81560"/>
                </a:cubicBezTo>
                <a:lnTo>
                  <a:pt x="69908" y="81560"/>
                </a:lnTo>
                <a:close/>
                <a:moveTo>
                  <a:pt x="69908" y="139817"/>
                </a:moveTo>
                <a:cubicBezTo>
                  <a:pt x="63464" y="139817"/>
                  <a:pt x="58257" y="145023"/>
                  <a:pt x="58257" y="151468"/>
                </a:cubicBezTo>
                <a:cubicBezTo>
                  <a:pt x="58257" y="157913"/>
                  <a:pt x="63464" y="163119"/>
                  <a:pt x="69908" y="163119"/>
                </a:cubicBezTo>
                <a:lnTo>
                  <a:pt x="174771" y="163119"/>
                </a:lnTo>
                <a:cubicBezTo>
                  <a:pt x="181215" y="163119"/>
                  <a:pt x="186422" y="157913"/>
                  <a:pt x="186422" y="151468"/>
                </a:cubicBezTo>
                <a:cubicBezTo>
                  <a:pt x="186422" y="145023"/>
                  <a:pt x="181215" y="139817"/>
                  <a:pt x="174771" y="139817"/>
                </a:cubicBezTo>
                <a:lnTo>
                  <a:pt x="69908" y="139817"/>
                </a:lnTo>
                <a:close/>
                <a:moveTo>
                  <a:pt x="5826" y="84472"/>
                </a:moveTo>
                <a:lnTo>
                  <a:pt x="5826" y="101950"/>
                </a:lnTo>
                <a:cubicBezTo>
                  <a:pt x="5826" y="106792"/>
                  <a:pt x="9722" y="110688"/>
                  <a:pt x="14564" y="110688"/>
                </a:cubicBezTo>
                <a:lnTo>
                  <a:pt x="32041" y="110688"/>
                </a:lnTo>
                <a:cubicBezTo>
                  <a:pt x="36884" y="110688"/>
                  <a:pt x="40780" y="106792"/>
                  <a:pt x="40780" y="101950"/>
                </a:cubicBezTo>
                <a:lnTo>
                  <a:pt x="40780" y="84472"/>
                </a:lnTo>
                <a:cubicBezTo>
                  <a:pt x="40780" y="79630"/>
                  <a:pt x="36884" y="75734"/>
                  <a:pt x="32041" y="75734"/>
                </a:cubicBezTo>
                <a:lnTo>
                  <a:pt x="14564" y="75734"/>
                </a:lnTo>
                <a:cubicBezTo>
                  <a:pt x="9722" y="75734"/>
                  <a:pt x="5826" y="79630"/>
                  <a:pt x="5826" y="84472"/>
                </a:cubicBezTo>
                <a:close/>
                <a:moveTo>
                  <a:pt x="14564" y="133991"/>
                </a:moveTo>
                <a:cubicBezTo>
                  <a:pt x="9722" y="133991"/>
                  <a:pt x="5826" y="137887"/>
                  <a:pt x="5826" y="142729"/>
                </a:cubicBezTo>
                <a:lnTo>
                  <a:pt x="5826" y="160206"/>
                </a:lnTo>
                <a:cubicBezTo>
                  <a:pt x="5826" y="165049"/>
                  <a:pt x="9722" y="168945"/>
                  <a:pt x="14564" y="168945"/>
                </a:cubicBezTo>
                <a:lnTo>
                  <a:pt x="32041" y="168945"/>
                </a:lnTo>
                <a:cubicBezTo>
                  <a:pt x="36884" y="168945"/>
                  <a:pt x="40780" y="165049"/>
                  <a:pt x="40780" y="160206"/>
                </a:cubicBezTo>
                <a:lnTo>
                  <a:pt x="40780" y="142729"/>
                </a:lnTo>
                <a:cubicBezTo>
                  <a:pt x="40780" y="137887"/>
                  <a:pt x="36884" y="133991"/>
                  <a:pt x="32041" y="133991"/>
                </a:cubicBezTo>
                <a:lnTo>
                  <a:pt x="14564" y="13399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1" name="Text 19"/>
          <p:cNvSpPr/>
          <p:nvPr/>
        </p:nvSpPr>
        <p:spPr>
          <a:xfrm>
            <a:off x="877090" y="3683940"/>
            <a:ext cx="2227743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Cấu trúc Docstring đầy đủ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2241" y="4056622"/>
            <a:ext cx="7251817" cy="2647193"/>
          </a:xfrm>
          <a:custGeom>
            <a:avLst/>
            <a:gdLst/>
            <a:ahLst/>
            <a:cxnLst/>
            <a:rect l="l" t="t" r="r" b="b"/>
            <a:pathLst>
              <a:path w="7251817" h="2647193">
                <a:moveTo>
                  <a:pt x="74571" y="0"/>
                </a:moveTo>
                <a:lnTo>
                  <a:pt x="7177245" y="0"/>
                </a:lnTo>
                <a:cubicBezTo>
                  <a:pt x="7218430" y="0"/>
                  <a:pt x="7251817" y="33387"/>
                  <a:pt x="7251817" y="74571"/>
                </a:cubicBezTo>
                <a:lnTo>
                  <a:pt x="7251817" y="2572621"/>
                </a:lnTo>
                <a:cubicBezTo>
                  <a:pt x="7251817" y="2613806"/>
                  <a:pt x="7218430" y="2647193"/>
                  <a:pt x="7177245" y="2647193"/>
                </a:cubicBezTo>
                <a:lnTo>
                  <a:pt x="74571" y="2647193"/>
                </a:lnTo>
                <a:cubicBezTo>
                  <a:pt x="33387" y="2647193"/>
                  <a:pt x="0" y="2613806"/>
                  <a:pt x="0" y="2572621"/>
                </a:cubicBezTo>
                <a:lnTo>
                  <a:pt x="0" y="74571"/>
                </a:lnTo>
                <a:cubicBezTo>
                  <a:pt x="0" y="33387"/>
                  <a:pt x="33387" y="0"/>
                  <a:pt x="74571" y="0"/>
                </a:cubicBezTo>
                <a:close/>
              </a:path>
            </a:pathLst>
          </a:custGeom>
          <a:solidFill>
            <a:srgbClr val="1A1D24">
              <a:alpha val="7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81282" y="4205662"/>
            <a:ext cx="7018789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get_euclidean_dist(a, b):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1282" y="4466362"/>
            <a:ext cx="7018789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"""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0322" y="4652622"/>
            <a:ext cx="6869651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Calculate the squared Euclidean distance.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0322" y="4913322"/>
            <a:ext cx="6869651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Args: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9525" y="5099582"/>
            <a:ext cx="6720514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(array): First input array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9525" y="5285842"/>
            <a:ext cx="6720514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 (array): Second input array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0322" y="5546542"/>
            <a:ext cx="6869651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Returns: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79525" y="5732802"/>
            <a:ext cx="6720514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float: Squared Euclidean distance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0322" y="5993502"/>
            <a:ext cx="6869651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Raises: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9525" y="6179760"/>
            <a:ext cx="6720514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ValueError: If arrays have different shapes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1282" y="6366021"/>
            <a:ext cx="7018789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"""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35897" y="1235532"/>
            <a:ext cx="3682871" cy="3552375"/>
          </a:xfrm>
          <a:custGeom>
            <a:avLst/>
            <a:gdLst/>
            <a:ahLst/>
            <a:cxnLst/>
            <a:rect l="l" t="t" r="r" b="b"/>
            <a:pathLst>
              <a:path w="3682871" h="3552375">
                <a:moveTo>
                  <a:pt x="111864" y="0"/>
                </a:moveTo>
                <a:lnTo>
                  <a:pt x="3571006" y="0"/>
                </a:lnTo>
                <a:cubicBezTo>
                  <a:pt x="3632787" y="0"/>
                  <a:pt x="3682871" y="50083"/>
                  <a:pt x="3682871" y="111864"/>
                </a:cubicBezTo>
                <a:lnTo>
                  <a:pt x="3682871" y="3440511"/>
                </a:lnTo>
                <a:cubicBezTo>
                  <a:pt x="3682871" y="3502292"/>
                  <a:pt x="3632787" y="3552375"/>
                  <a:pt x="3571006" y="3552375"/>
                </a:cubicBezTo>
                <a:lnTo>
                  <a:pt x="111864" y="3552375"/>
                </a:lnTo>
                <a:cubicBezTo>
                  <a:pt x="50083" y="3552375"/>
                  <a:pt x="0" y="3502292"/>
                  <a:pt x="0" y="3440511"/>
                </a:cubicBezTo>
                <a:lnTo>
                  <a:pt x="0" y="111864"/>
                </a:lnTo>
                <a:cubicBezTo>
                  <a:pt x="0" y="50083"/>
                  <a:pt x="50083" y="0"/>
                  <a:pt x="111864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4111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90116" y="1389750"/>
            <a:ext cx="3458128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Định dạng phổ biến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90116" y="1762594"/>
            <a:ext cx="3374239" cy="633835"/>
          </a:xfrm>
          <a:custGeom>
            <a:avLst/>
            <a:gdLst/>
            <a:ahLst/>
            <a:cxnLst/>
            <a:rect l="l" t="t" r="r" b="b"/>
            <a:pathLst>
              <a:path w="3374239" h="633835">
                <a:moveTo>
                  <a:pt x="74571" y="0"/>
                </a:moveTo>
                <a:lnTo>
                  <a:pt x="3299668" y="0"/>
                </a:lnTo>
                <a:cubicBezTo>
                  <a:pt x="3340852" y="0"/>
                  <a:pt x="3374239" y="33386"/>
                  <a:pt x="3374239" y="74571"/>
                </a:cubicBezTo>
                <a:lnTo>
                  <a:pt x="3374239" y="559264"/>
                </a:lnTo>
                <a:cubicBezTo>
                  <a:pt x="3374239" y="600448"/>
                  <a:pt x="3340852" y="633835"/>
                  <a:pt x="3299668" y="633835"/>
                </a:cubicBezTo>
                <a:lnTo>
                  <a:pt x="74571" y="633835"/>
                </a:lnTo>
                <a:cubicBezTo>
                  <a:pt x="33386" y="633835"/>
                  <a:pt x="0" y="600448"/>
                  <a:pt x="0" y="559264"/>
                </a:cubicBezTo>
                <a:lnTo>
                  <a:pt x="0" y="74571"/>
                </a:lnTo>
                <a:cubicBezTo>
                  <a:pt x="0" y="33414"/>
                  <a:pt x="33414" y="0"/>
                  <a:pt x="7457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401937" y="1874415"/>
            <a:ext cx="521982" cy="223706"/>
          </a:xfrm>
          <a:custGeom>
            <a:avLst/>
            <a:gdLst/>
            <a:ahLst/>
            <a:cxnLst/>
            <a:rect l="l" t="t" r="r" b="b"/>
            <a:pathLst>
              <a:path w="521982" h="223706">
                <a:moveTo>
                  <a:pt x="37285" y="0"/>
                </a:moveTo>
                <a:lnTo>
                  <a:pt x="484697" y="0"/>
                </a:lnTo>
                <a:cubicBezTo>
                  <a:pt x="505289" y="0"/>
                  <a:pt x="521982" y="16693"/>
                  <a:pt x="521982" y="37285"/>
                </a:cubicBezTo>
                <a:lnTo>
                  <a:pt x="521982" y="186421"/>
                </a:lnTo>
                <a:cubicBezTo>
                  <a:pt x="521982" y="207013"/>
                  <a:pt x="505289" y="223706"/>
                  <a:pt x="484697" y="223706"/>
                </a:cubicBezTo>
                <a:lnTo>
                  <a:pt x="37285" y="223706"/>
                </a:lnTo>
                <a:cubicBezTo>
                  <a:pt x="16707" y="223706"/>
                  <a:pt x="0" y="207000"/>
                  <a:pt x="0" y="186421"/>
                </a:cubicBezTo>
                <a:lnTo>
                  <a:pt x="0" y="37285"/>
                </a:lnTo>
                <a:cubicBezTo>
                  <a:pt x="0" y="16707"/>
                  <a:pt x="16707" y="0"/>
                  <a:pt x="37285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401937" y="1874415"/>
            <a:ext cx="577908" cy="223706"/>
          </a:xfrm>
          <a:prstGeom prst="rect">
            <a:avLst/>
          </a:prstGeom>
          <a:noFill/>
          <a:ln/>
        </p:spPr>
        <p:txBody>
          <a:bodyPr wrap="square" lIns="74569" tIns="37284" rIns="74569" bIns="37284" rtlCol="0" anchor="ctr"/>
          <a:lstStyle/>
          <a:p>
            <a:pPr>
              <a:lnSpc>
                <a:spcPct val="110000"/>
              </a:lnSpc>
            </a:pPr>
            <a:r>
              <a:rPr lang="en-US" sz="881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PEP 257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997290" y="1893025"/>
            <a:ext cx="587229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Đơn giản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01937" y="2135115"/>
            <a:ext cx="3206459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Một dòng, không format phức tạp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90116" y="2507797"/>
            <a:ext cx="3374239" cy="633835"/>
          </a:xfrm>
          <a:custGeom>
            <a:avLst/>
            <a:gdLst/>
            <a:ahLst/>
            <a:cxnLst/>
            <a:rect l="l" t="t" r="r" b="b"/>
            <a:pathLst>
              <a:path w="3374239" h="633835">
                <a:moveTo>
                  <a:pt x="74571" y="0"/>
                </a:moveTo>
                <a:lnTo>
                  <a:pt x="3299668" y="0"/>
                </a:lnTo>
                <a:cubicBezTo>
                  <a:pt x="3340852" y="0"/>
                  <a:pt x="3374239" y="33386"/>
                  <a:pt x="3374239" y="74571"/>
                </a:cubicBezTo>
                <a:lnTo>
                  <a:pt x="3374239" y="559264"/>
                </a:lnTo>
                <a:cubicBezTo>
                  <a:pt x="3374239" y="600448"/>
                  <a:pt x="3340852" y="633835"/>
                  <a:pt x="3299668" y="633835"/>
                </a:cubicBezTo>
                <a:lnTo>
                  <a:pt x="74571" y="633835"/>
                </a:lnTo>
                <a:cubicBezTo>
                  <a:pt x="33386" y="633835"/>
                  <a:pt x="0" y="600448"/>
                  <a:pt x="0" y="559264"/>
                </a:cubicBezTo>
                <a:lnTo>
                  <a:pt x="0" y="74571"/>
                </a:lnTo>
                <a:cubicBezTo>
                  <a:pt x="0" y="33414"/>
                  <a:pt x="33414" y="0"/>
                  <a:pt x="7457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401937" y="2619618"/>
            <a:ext cx="755009" cy="223706"/>
          </a:xfrm>
          <a:custGeom>
            <a:avLst/>
            <a:gdLst/>
            <a:ahLst/>
            <a:cxnLst/>
            <a:rect l="l" t="t" r="r" b="b"/>
            <a:pathLst>
              <a:path w="755009" h="223706">
                <a:moveTo>
                  <a:pt x="37285" y="0"/>
                </a:moveTo>
                <a:lnTo>
                  <a:pt x="717724" y="0"/>
                </a:lnTo>
                <a:cubicBezTo>
                  <a:pt x="738316" y="0"/>
                  <a:pt x="755009" y="16693"/>
                  <a:pt x="755009" y="37285"/>
                </a:cubicBezTo>
                <a:lnTo>
                  <a:pt x="755009" y="186421"/>
                </a:lnTo>
                <a:cubicBezTo>
                  <a:pt x="755009" y="207013"/>
                  <a:pt x="738316" y="223706"/>
                  <a:pt x="717724" y="223706"/>
                </a:cubicBezTo>
                <a:lnTo>
                  <a:pt x="37285" y="223706"/>
                </a:lnTo>
                <a:cubicBezTo>
                  <a:pt x="16707" y="223706"/>
                  <a:pt x="0" y="207000"/>
                  <a:pt x="0" y="186421"/>
                </a:cubicBezTo>
                <a:lnTo>
                  <a:pt x="0" y="37285"/>
                </a:lnTo>
                <a:cubicBezTo>
                  <a:pt x="0" y="16707"/>
                  <a:pt x="16707" y="0"/>
                  <a:pt x="37285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401937" y="2619618"/>
            <a:ext cx="810936" cy="223706"/>
          </a:xfrm>
          <a:prstGeom prst="rect">
            <a:avLst/>
          </a:prstGeom>
          <a:noFill/>
          <a:ln/>
        </p:spPr>
        <p:txBody>
          <a:bodyPr wrap="square" lIns="74569" tIns="37284" rIns="74569" bIns="37284" rtlCol="0" anchor="ctr"/>
          <a:lstStyle/>
          <a:p>
            <a:pPr>
              <a:lnSpc>
                <a:spcPct val="110000"/>
              </a:lnSpc>
            </a:pPr>
            <a:r>
              <a:rPr lang="en-US" sz="881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Style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233230" y="2638229"/>
            <a:ext cx="848220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Phổ biến nhất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01937" y="2880318"/>
            <a:ext cx="3206459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Args, Returns, Raises rõ ràng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90116" y="3253001"/>
            <a:ext cx="3374239" cy="633835"/>
          </a:xfrm>
          <a:custGeom>
            <a:avLst/>
            <a:gdLst/>
            <a:ahLst/>
            <a:cxnLst/>
            <a:rect l="l" t="t" r="r" b="b"/>
            <a:pathLst>
              <a:path w="3374239" h="633835">
                <a:moveTo>
                  <a:pt x="74571" y="0"/>
                </a:moveTo>
                <a:lnTo>
                  <a:pt x="3299668" y="0"/>
                </a:lnTo>
                <a:cubicBezTo>
                  <a:pt x="3340852" y="0"/>
                  <a:pt x="3374239" y="33386"/>
                  <a:pt x="3374239" y="74571"/>
                </a:cubicBezTo>
                <a:lnTo>
                  <a:pt x="3374239" y="559264"/>
                </a:lnTo>
                <a:cubicBezTo>
                  <a:pt x="3374239" y="600448"/>
                  <a:pt x="3340852" y="633835"/>
                  <a:pt x="3299668" y="633835"/>
                </a:cubicBezTo>
                <a:lnTo>
                  <a:pt x="74571" y="633835"/>
                </a:lnTo>
                <a:cubicBezTo>
                  <a:pt x="33386" y="633835"/>
                  <a:pt x="0" y="600448"/>
                  <a:pt x="0" y="559264"/>
                </a:cubicBezTo>
                <a:lnTo>
                  <a:pt x="0" y="74571"/>
                </a:lnTo>
                <a:cubicBezTo>
                  <a:pt x="0" y="33414"/>
                  <a:pt x="33414" y="0"/>
                  <a:pt x="7457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01937" y="3364822"/>
            <a:ext cx="810936" cy="223706"/>
          </a:xfrm>
          <a:custGeom>
            <a:avLst/>
            <a:gdLst/>
            <a:ahLst/>
            <a:cxnLst/>
            <a:rect l="l" t="t" r="r" b="b"/>
            <a:pathLst>
              <a:path w="810936" h="223706">
                <a:moveTo>
                  <a:pt x="37285" y="0"/>
                </a:moveTo>
                <a:lnTo>
                  <a:pt x="773651" y="0"/>
                </a:lnTo>
                <a:cubicBezTo>
                  <a:pt x="794243" y="0"/>
                  <a:pt x="810936" y="16693"/>
                  <a:pt x="810936" y="37285"/>
                </a:cubicBezTo>
                <a:lnTo>
                  <a:pt x="810936" y="186421"/>
                </a:lnTo>
                <a:cubicBezTo>
                  <a:pt x="810936" y="207013"/>
                  <a:pt x="794243" y="223706"/>
                  <a:pt x="773651" y="223706"/>
                </a:cubicBezTo>
                <a:lnTo>
                  <a:pt x="37285" y="223706"/>
                </a:lnTo>
                <a:cubicBezTo>
                  <a:pt x="16707" y="223706"/>
                  <a:pt x="0" y="207000"/>
                  <a:pt x="0" y="186421"/>
                </a:cubicBezTo>
                <a:lnTo>
                  <a:pt x="0" y="37285"/>
                </a:lnTo>
                <a:cubicBezTo>
                  <a:pt x="0" y="16707"/>
                  <a:pt x="16707" y="0"/>
                  <a:pt x="37285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401937" y="3364822"/>
            <a:ext cx="866862" cy="223706"/>
          </a:xfrm>
          <a:prstGeom prst="rect">
            <a:avLst/>
          </a:prstGeom>
          <a:noFill/>
          <a:ln/>
        </p:spPr>
        <p:txBody>
          <a:bodyPr wrap="square" lIns="74569" tIns="37284" rIns="74569" bIns="37284" rtlCol="0" anchor="ctr"/>
          <a:lstStyle/>
          <a:p>
            <a:pPr>
              <a:lnSpc>
                <a:spcPct val="110000"/>
              </a:lnSpc>
            </a:pPr>
            <a:r>
              <a:rPr lang="en-US" sz="881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NumPy/SciPy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285176" y="3383430"/>
            <a:ext cx="1025321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Khoa học dữ liệu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01937" y="3625521"/>
            <a:ext cx="3206459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Dạng bảng, nhiều tham số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90116" y="3998202"/>
            <a:ext cx="3374239" cy="633835"/>
          </a:xfrm>
          <a:custGeom>
            <a:avLst/>
            <a:gdLst/>
            <a:ahLst/>
            <a:cxnLst/>
            <a:rect l="l" t="t" r="r" b="b"/>
            <a:pathLst>
              <a:path w="3374239" h="633835">
                <a:moveTo>
                  <a:pt x="74571" y="0"/>
                </a:moveTo>
                <a:lnTo>
                  <a:pt x="3299668" y="0"/>
                </a:lnTo>
                <a:cubicBezTo>
                  <a:pt x="3340852" y="0"/>
                  <a:pt x="3374239" y="33386"/>
                  <a:pt x="3374239" y="74571"/>
                </a:cubicBezTo>
                <a:lnTo>
                  <a:pt x="3374239" y="559264"/>
                </a:lnTo>
                <a:cubicBezTo>
                  <a:pt x="3374239" y="600448"/>
                  <a:pt x="3340852" y="633835"/>
                  <a:pt x="3299668" y="633835"/>
                </a:cubicBezTo>
                <a:lnTo>
                  <a:pt x="74571" y="633835"/>
                </a:lnTo>
                <a:cubicBezTo>
                  <a:pt x="33386" y="633835"/>
                  <a:pt x="0" y="600448"/>
                  <a:pt x="0" y="559264"/>
                </a:cubicBezTo>
                <a:lnTo>
                  <a:pt x="0" y="74571"/>
                </a:lnTo>
                <a:cubicBezTo>
                  <a:pt x="0" y="33414"/>
                  <a:pt x="33414" y="0"/>
                  <a:pt x="7457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401937" y="4110023"/>
            <a:ext cx="745688" cy="223706"/>
          </a:xfrm>
          <a:custGeom>
            <a:avLst/>
            <a:gdLst/>
            <a:ahLst/>
            <a:cxnLst/>
            <a:rect l="l" t="t" r="r" b="b"/>
            <a:pathLst>
              <a:path w="745688" h="223706">
                <a:moveTo>
                  <a:pt x="37285" y="0"/>
                </a:moveTo>
                <a:lnTo>
                  <a:pt x="708403" y="0"/>
                </a:lnTo>
                <a:cubicBezTo>
                  <a:pt x="728995" y="0"/>
                  <a:pt x="745688" y="16693"/>
                  <a:pt x="745688" y="37285"/>
                </a:cubicBezTo>
                <a:lnTo>
                  <a:pt x="745688" y="186421"/>
                </a:lnTo>
                <a:cubicBezTo>
                  <a:pt x="745688" y="207013"/>
                  <a:pt x="728995" y="223706"/>
                  <a:pt x="708403" y="223706"/>
                </a:cubicBezTo>
                <a:lnTo>
                  <a:pt x="37285" y="223706"/>
                </a:lnTo>
                <a:cubicBezTo>
                  <a:pt x="16707" y="223706"/>
                  <a:pt x="0" y="207000"/>
                  <a:pt x="0" y="186421"/>
                </a:cubicBezTo>
                <a:lnTo>
                  <a:pt x="0" y="37285"/>
                </a:lnTo>
                <a:cubicBezTo>
                  <a:pt x="0" y="16707"/>
                  <a:pt x="16707" y="0"/>
                  <a:pt x="37285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401937" y="4110023"/>
            <a:ext cx="801615" cy="223706"/>
          </a:xfrm>
          <a:prstGeom prst="rect">
            <a:avLst/>
          </a:prstGeom>
          <a:noFill/>
          <a:ln/>
        </p:spPr>
        <p:txBody>
          <a:bodyPr wrap="square" lIns="74569" tIns="37284" rIns="74569" bIns="37284" rtlCol="0" anchor="ctr"/>
          <a:lstStyle/>
          <a:p>
            <a:pPr>
              <a:lnSpc>
                <a:spcPct val="110000"/>
              </a:lnSpc>
            </a:pPr>
            <a:r>
              <a:rPr lang="en-US" sz="881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reST/Sphinx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222226" y="4128633"/>
            <a:ext cx="596550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Nâng cao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401937" y="4370722"/>
            <a:ext cx="3206459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Hyperlink, HTML/PDF export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135897" y="4945200"/>
            <a:ext cx="3682871" cy="1818650"/>
          </a:xfrm>
          <a:custGeom>
            <a:avLst/>
            <a:gdLst/>
            <a:ahLst/>
            <a:cxnLst/>
            <a:rect l="l" t="t" r="r" b="b"/>
            <a:pathLst>
              <a:path w="3682871" h="1818650">
                <a:moveTo>
                  <a:pt x="111847" y="0"/>
                </a:moveTo>
                <a:lnTo>
                  <a:pt x="3571024" y="0"/>
                </a:lnTo>
                <a:cubicBezTo>
                  <a:pt x="3632795" y="0"/>
                  <a:pt x="3682871" y="50076"/>
                  <a:pt x="3682871" y="111847"/>
                </a:cubicBezTo>
                <a:lnTo>
                  <a:pt x="3682871" y="1706803"/>
                </a:lnTo>
                <a:cubicBezTo>
                  <a:pt x="3682871" y="1768575"/>
                  <a:pt x="3632795" y="1818650"/>
                  <a:pt x="3571024" y="1818650"/>
                </a:cubicBezTo>
                <a:lnTo>
                  <a:pt x="111847" y="1818650"/>
                </a:lnTo>
                <a:cubicBezTo>
                  <a:pt x="50117" y="1818650"/>
                  <a:pt x="0" y="1768533"/>
                  <a:pt x="0" y="1706803"/>
                </a:cubicBezTo>
                <a:lnTo>
                  <a:pt x="0" y="111847"/>
                </a:lnTo>
                <a:cubicBezTo>
                  <a:pt x="0" y="50117"/>
                  <a:pt x="50117" y="0"/>
                  <a:pt x="11184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90116" y="5136639"/>
            <a:ext cx="233028" cy="186422"/>
          </a:xfrm>
          <a:custGeom>
            <a:avLst/>
            <a:gdLst/>
            <a:ahLst/>
            <a:cxnLst/>
            <a:rect l="l" t="t" r="r" b="b"/>
            <a:pathLst>
              <a:path w="233028" h="186422">
                <a:moveTo>
                  <a:pt x="128165" y="0"/>
                </a:moveTo>
                <a:cubicBezTo>
                  <a:pt x="128165" y="-6445"/>
                  <a:pt x="122958" y="-11651"/>
                  <a:pt x="116514" y="-11651"/>
                </a:cubicBezTo>
                <a:cubicBezTo>
                  <a:pt x="110069" y="-11651"/>
                  <a:pt x="104862" y="-6445"/>
                  <a:pt x="104862" y="0"/>
                </a:cubicBezTo>
                <a:lnTo>
                  <a:pt x="104862" y="23303"/>
                </a:lnTo>
                <a:lnTo>
                  <a:pt x="69908" y="23303"/>
                </a:lnTo>
                <a:cubicBezTo>
                  <a:pt x="50611" y="23303"/>
                  <a:pt x="34954" y="38959"/>
                  <a:pt x="34954" y="58257"/>
                </a:cubicBezTo>
                <a:lnTo>
                  <a:pt x="34954" y="139817"/>
                </a:lnTo>
                <a:cubicBezTo>
                  <a:pt x="34954" y="159114"/>
                  <a:pt x="50611" y="174771"/>
                  <a:pt x="69908" y="174771"/>
                </a:cubicBezTo>
                <a:lnTo>
                  <a:pt x="163119" y="174771"/>
                </a:lnTo>
                <a:cubicBezTo>
                  <a:pt x="182417" y="174771"/>
                  <a:pt x="198073" y="159114"/>
                  <a:pt x="198073" y="139817"/>
                </a:cubicBezTo>
                <a:lnTo>
                  <a:pt x="198073" y="58257"/>
                </a:lnTo>
                <a:cubicBezTo>
                  <a:pt x="198073" y="38959"/>
                  <a:pt x="182417" y="23303"/>
                  <a:pt x="163119" y="23303"/>
                </a:cubicBezTo>
                <a:lnTo>
                  <a:pt x="128165" y="23303"/>
                </a:lnTo>
                <a:lnTo>
                  <a:pt x="128165" y="0"/>
                </a:lnTo>
                <a:close/>
                <a:moveTo>
                  <a:pt x="58257" y="133991"/>
                </a:moveTo>
                <a:cubicBezTo>
                  <a:pt x="58257" y="129148"/>
                  <a:pt x="62153" y="125252"/>
                  <a:pt x="66995" y="125252"/>
                </a:cubicBezTo>
                <a:lnTo>
                  <a:pt x="78647" y="125252"/>
                </a:lnTo>
                <a:cubicBezTo>
                  <a:pt x="83489" y="125252"/>
                  <a:pt x="87385" y="129148"/>
                  <a:pt x="87385" y="133991"/>
                </a:cubicBezTo>
                <a:cubicBezTo>
                  <a:pt x="87385" y="138833"/>
                  <a:pt x="83489" y="142729"/>
                  <a:pt x="78647" y="142729"/>
                </a:cubicBezTo>
                <a:lnTo>
                  <a:pt x="66995" y="142729"/>
                </a:lnTo>
                <a:cubicBezTo>
                  <a:pt x="62153" y="142729"/>
                  <a:pt x="58257" y="138833"/>
                  <a:pt x="58257" y="133991"/>
                </a:cubicBezTo>
                <a:close/>
                <a:moveTo>
                  <a:pt x="101950" y="133991"/>
                </a:moveTo>
                <a:cubicBezTo>
                  <a:pt x="101950" y="129148"/>
                  <a:pt x="105845" y="125252"/>
                  <a:pt x="110688" y="125252"/>
                </a:cubicBezTo>
                <a:lnTo>
                  <a:pt x="122339" y="125252"/>
                </a:lnTo>
                <a:cubicBezTo>
                  <a:pt x="127182" y="125252"/>
                  <a:pt x="131078" y="129148"/>
                  <a:pt x="131078" y="133991"/>
                </a:cubicBezTo>
                <a:cubicBezTo>
                  <a:pt x="131078" y="138833"/>
                  <a:pt x="127182" y="142729"/>
                  <a:pt x="122339" y="142729"/>
                </a:cubicBezTo>
                <a:lnTo>
                  <a:pt x="110688" y="142729"/>
                </a:lnTo>
                <a:cubicBezTo>
                  <a:pt x="105845" y="142729"/>
                  <a:pt x="101950" y="138833"/>
                  <a:pt x="101950" y="133991"/>
                </a:cubicBezTo>
                <a:close/>
                <a:moveTo>
                  <a:pt x="145642" y="133991"/>
                </a:moveTo>
                <a:cubicBezTo>
                  <a:pt x="145642" y="129148"/>
                  <a:pt x="149538" y="125252"/>
                  <a:pt x="154381" y="125252"/>
                </a:cubicBezTo>
                <a:lnTo>
                  <a:pt x="166032" y="125252"/>
                </a:lnTo>
                <a:cubicBezTo>
                  <a:pt x="170875" y="125252"/>
                  <a:pt x="174771" y="129148"/>
                  <a:pt x="174771" y="133991"/>
                </a:cubicBezTo>
                <a:cubicBezTo>
                  <a:pt x="174771" y="138833"/>
                  <a:pt x="170875" y="142729"/>
                  <a:pt x="166032" y="142729"/>
                </a:cubicBezTo>
                <a:lnTo>
                  <a:pt x="154381" y="142729"/>
                </a:lnTo>
                <a:cubicBezTo>
                  <a:pt x="149538" y="142729"/>
                  <a:pt x="145642" y="138833"/>
                  <a:pt x="145642" y="133991"/>
                </a:cubicBezTo>
                <a:close/>
                <a:moveTo>
                  <a:pt x="81560" y="64083"/>
                </a:moveTo>
                <a:cubicBezTo>
                  <a:pt x="91205" y="64083"/>
                  <a:pt x="99037" y="71914"/>
                  <a:pt x="99037" y="81560"/>
                </a:cubicBezTo>
                <a:cubicBezTo>
                  <a:pt x="99037" y="91205"/>
                  <a:pt x="91205" y="99037"/>
                  <a:pt x="81560" y="99037"/>
                </a:cubicBezTo>
                <a:cubicBezTo>
                  <a:pt x="71914" y="99037"/>
                  <a:pt x="64083" y="91205"/>
                  <a:pt x="64083" y="81560"/>
                </a:cubicBezTo>
                <a:cubicBezTo>
                  <a:pt x="64083" y="71914"/>
                  <a:pt x="71914" y="64083"/>
                  <a:pt x="81560" y="64083"/>
                </a:cubicBezTo>
                <a:close/>
                <a:moveTo>
                  <a:pt x="133991" y="81560"/>
                </a:moveTo>
                <a:cubicBezTo>
                  <a:pt x="133991" y="71914"/>
                  <a:pt x="141822" y="64083"/>
                  <a:pt x="151468" y="64083"/>
                </a:cubicBezTo>
                <a:cubicBezTo>
                  <a:pt x="161114" y="64083"/>
                  <a:pt x="168945" y="71914"/>
                  <a:pt x="168945" y="81560"/>
                </a:cubicBezTo>
                <a:cubicBezTo>
                  <a:pt x="168945" y="91205"/>
                  <a:pt x="161114" y="99037"/>
                  <a:pt x="151468" y="99037"/>
                </a:cubicBezTo>
                <a:cubicBezTo>
                  <a:pt x="141822" y="99037"/>
                  <a:pt x="133991" y="91205"/>
                  <a:pt x="133991" y="81560"/>
                </a:cubicBezTo>
                <a:close/>
                <a:moveTo>
                  <a:pt x="23303" y="81560"/>
                </a:moveTo>
                <a:cubicBezTo>
                  <a:pt x="23303" y="75115"/>
                  <a:pt x="18096" y="69908"/>
                  <a:pt x="11651" y="69908"/>
                </a:cubicBezTo>
                <a:cubicBezTo>
                  <a:pt x="5207" y="69908"/>
                  <a:pt x="0" y="75115"/>
                  <a:pt x="0" y="81560"/>
                </a:cubicBezTo>
                <a:lnTo>
                  <a:pt x="0" y="116514"/>
                </a:lnTo>
                <a:cubicBezTo>
                  <a:pt x="0" y="122958"/>
                  <a:pt x="5207" y="128165"/>
                  <a:pt x="11651" y="128165"/>
                </a:cubicBezTo>
                <a:cubicBezTo>
                  <a:pt x="18096" y="128165"/>
                  <a:pt x="23303" y="122958"/>
                  <a:pt x="23303" y="116514"/>
                </a:cubicBezTo>
                <a:lnTo>
                  <a:pt x="23303" y="81560"/>
                </a:lnTo>
                <a:close/>
                <a:moveTo>
                  <a:pt x="221376" y="69908"/>
                </a:moveTo>
                <a:cubicBezTo>
                  <a:pt x="214931" y="69908"/>
                  <a:pt x="209725" y="75115"/>
                  <a:pt x="209725" y="81560"/>
                </a:cubicBezTo>
                <a:lnTo>
                  <a:pt x="209725" y="116514"/>
                </a:lnTo>
                <a:cubicBezTo>
                  <a:pt x="209725" y="122958"/>
                  <a:pt x="214931" y="128165"/>
                  <a:pt x="221376" y="128165"/>
                </a:cubicBezTo>
                <a:cubicBezTo>
                  <a:pt x="227821" y="128165"/>
                  <a:pt x="233028" y="122958"/>
                  <a:pt x="233028" y="116514"/>
                </a:cubicBezTo>
                <a:lnTo>
                  <a:pt x="233028" y="81560"/>
                </a:lnTo>
                <a:cubicBezTo>
                  <a:pt x="233028" y="75115"/>
                  <a:pt x="227821" y="69908"/>
                  <a:pt x="221376" y="6990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8" name="Text 56"/>
          <p:cNvSpPr/>
          <p:nvPr/>
        </p:nvSpPr>
        <p:spPr>
          <a:xfrm>
            <a:off x="8634965" y="5099420"/>
            <a:ext cx="188286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Tạo Docstring với GenAI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308758" y="5509483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74569" y="149138"/>
                </a:moveTo>
                <a:cubicBezTo>
                  <a:pt x="115724" y="149138"/>
                  <a:pt x="149138" y="115724"/>
                  <a:pt x="149138" y="74569"/>
                </a:cubicBezTo>
                <a:cubicBezTo>
                  <a:pt x="149138" y="33413"/>
                  <a:pt x="115724" y="0"/>
                  <a:pt x="74569" y="0"/>
                </a:cubicBezTo>
                <a:cubicBezTo>
                  <a:pt x="33413" y="0"/>
                  <a:pt x="0" y="33413"/>
                  <a:pt x="0" y="74569"/>
                </a:cubicBezTo>
                <a:cubicBezTo>
                  <a:pt x="0" y="115724"/>
                  <a:pt x="33413" y="149138"/>
                  <a:pt x="74569" y="149138"/>
                </a:cubicBezTo>
                <a:close/>
                <a:moveTo>
                  <a:pt x="99153" y="61956"/>
                </a:moveTo>
                <a:lnTo>
                  <a:pt x="75850" y="99241"/>
                </a:lnTo>
                <a:cubicBezTo>
                  <a:pt x="74627" y="101192"/>
                  <a:pt x="72530" y="102416"/>
                  <a:pt x="70229" y="102532"/>
                </a:cubicBezTo>
                <a:cubicBezTo>
                  <a:pt x="67928" y="102649"/>
                  <a:pt x="65714" y="101600"/>
                  <a:pt x="64345" y="99736"/>
                </a:cubicBezTo>
                <a:lnTo>
                  <a:pt x="50363" y="81094"/>
                </a:lnTo>
                <a:cubicBezTo>
                  <a:pt x="48033" y="78006"/>
                  <a:pt x="48674" y="73637"/>
                  <a:pt x="51761" y="71306"/>
                </a:cubicBezTo>
                <a:cubicBezTo>
                  <a:pt x="54849" y="68976"/>
                  <a:pt x="59218" y="69617"/>
                  <a:pt x="61548" y="72705"/>
                </a:cubicBezTo>
                <a:lnTo>
                  <a:pt x="69413" y="83191"/>
                </a:lnTo>
                <a:lnTo>
                  <a:pt x="87298" y="54558"/>
                </a:lnTo>
                <a:cubicBezTo>
                  <a:pt x="89337" y="51295"/>
                  <a:pt x="93648" y="50276"/>
                  <a:pt x="96939" y="52344"/>
                </a:cubicBezTo>
                <a:cubicBezTo>
                  <a:pt x="100231" y="54412"/>
                  <a:pt x="101221" y="58694"/>
                  <a:pt x="99153" y="6198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0" name="Text 58"/>
          <p:cNvSpPr/>
          <p:nvPr/>
        </p:nvSpPr>
        <p:spPr>
          <a:xfrm>
            <a:off x="8550978" y="5472265"/>
            <a:ext cx="241416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 Copilot:</a:t>
            </a:r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Gõ """ sau định nghĩa hàm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308758" y="5770344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74569" y="149138"/>
                </a:moveTo>
                <a:cubicBezTo>
                  <a:pt x="115724" y="149138"/>
                  <a:pt x="149138" y="115724"/>
                  <a:pt x="149138" y="74569"/>
                </a:cubicBezTo>
                <a:cubicBezTo>
                  <a:pt x="149138" y="33413"/>
                  <a:pt x="115724" y="0"/>
                  <a:pt x="74569" y="0"/>
                </a:cubicBezTo>
                <a:cubicBezTo>
                  <a:pt x="33413" y="0"/>
                  <a:pt x="0" y="33413"/>
                  <a:pt x="0" y="74569"/>
                </a:cubicBezTo>
                <a:cubicBezTo>
                  <a:pt x="0" y="115724"/>
                  <a:pt x="33413" y="149138"/>
                  <a:pt x="74569" y="149138"/>
                </a:cubicBezTo>
                <a:close/>
                <a:moveTo>
                  <a:pt x="99153" y="61956"/>
                </a:moveTo>
                <a:lnTo>
                  <a:pt x="75850" y="99241"/>
                </a:lnTo>
                <a:cubicBezTo>
                  <a:pt x="74627" y="101192"/>
                  <a:pt x="72530" y="102416"/>
                  <a:pt x="70229" y="102532"/>
                </a:cubicBezTo>
                <a:cubicBezTo>
                  <a:pt x="67928" y="102649"/>
                  <a:pt x="65714" y="101600"/>
                  <a:pt x="64345" y="99736"/>
                </a:cubicBezTo>
                <a:lnTo>
                  <a:pt x="50363" y="81094"/>
                </a:lnTo>
                <a:cubicBezTo>
                  <a:pt x="48033" y="78006"/>
                  <a:pt x="48674" y="73637"/>
                  <a:pt x="51761" y="71306"/>
                </a:cubicBezTo>
                <a:cubicBezTo>
                  <a:pt x="54849" y="68976"/>
                  <a:pt x="59218" y="69617"/>
                  <a:pt x="61548" y="72705"/>
                </a:cubicBezTo>
                <a:lnTo>
                  <a:pt x="69413" y="83191"/>
                </a:lnTo>
                <a:lnTo>
                  <a:pt x="87298" y="54558"/>
                </a:lnTo>
                <a:cubicBezTo>
                  <a:pt x="89337" y="51295"/>
                  <a:pt x="93648" y="50276"/>
                  <a:pt x="96939" y="52344"/>
                </a:cubicBezTo>
                <a:cubicBezTo>
                  <a:pt x="100231" y="54412"/>
                  <a:pt x="101221" y="58694"/>
                  <a:pt x="99153" y="6198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2" name="Text 60"/>
          <p:cNvSpPr/>
          <p:nvPr/>
        </p:nvSpPr>
        <p:spPr>
          <a:xfrm>
            <a:off x="8550978" y="5733126"/>
            <a:ext cx="2432807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IDE:</a:t>
            </a:r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Highlight function → "Generate Docs"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308758" y="6031205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74569" y="149138"/>
                </a:moveTo>
                <a:cubicBezTo>
                  <a:pt x="115724" y="149138"/>
                  <a:pt x="149138" y="115724"/>
                  <a:pt x="149138" y="74569"/>
                </a:cubicBezTo>
                <a:cubicBezTo>
                  <a:pt x="149138" y="33413"/>
                  <a:pt x="115724" y="0"/>
                  <a:pt x="74569" y="0"/>
                </a:cubicBezTo>
                <a:cubicBezTo>
                  <a:pt x="33413" y="0"/>
                  <a:pt x="0" y="33413"/>
                  <a:pt x="0" y="74569"/>
                </a:cubicBezTo>
                <a:cubicBezTo>
                  <a:pt x="0" y="115724"/>
                  <a:pt x="33413" y="149138"/>
                  <a:pt x="74569" y="149138"/>
                </a:cubicBezTo>
                <a:close/>
                <a:moveTo>
                  <a:pt x="99153" y="61956"/>
                </a:moveTo>
                <a:lnTo>
                  <a:pt x="75850" y="99241"/>
                </a:lnTo>
                <a:cubicBezTo>
                  <a:pt x="74627" y="101192"/>
                  <a:pt x="72530" y="102416"/>
                  <a:pt x="70229" y="102532"/>
                </a:cubicBezTo>
                <a:cubicBezTo>
                  <a:pt x="67928" y="102649"/>
                  <a:pt x="65714" y="101600"/>
                  <a:pt x="64345" y="99736"/>
                </a:cubicBezTo>
                <a:lnTo>
                  <a:pt x="50363" y="81094"/>
                </a:lnTo>
                <a:cubicBezTo>
                  <a:pt x="48033" y="78006"/>
                  <a:pt x="48674" y="73637"/>
                  <a:pt x="51761" y="71306"/>
                </a:cubicBezTo>
                <a:cubicBezTo>
                  <a:pt x="54849" y="68976"/>
                  <a:pt x="59218" y="69617"/>
                  <a:pt x="61548" y="72705"/>
                </a:cubicBezTo>
                <a:lnTo>
                  <a:pt x="69413" y="83191"/>
                </a:lnTo>
                <a:lnTo>
                  <a:pt x="87298" y="54558"/>
                </a:lnTo>
                <a:cubicBezTo>
                  <a:pt x="89337" y="51295"/>
                  <a:pt x="93648" y="50276"/>
                  <a:pt x="96939" y="52344"/>
                </a:cubicBezTo>
                <a:cubicBezTo>
                  <a:pt x="100231" y="54412"/>
                  <a:pt x="101221" y="58694"/>
                  <a:pt x="99153" y="6198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4" name="Text 62"/>
          <p:cNvSpPr/>
          <p:nvPr/>
        </p:nvSpPr>
        <p:spPr>
          <a:xfrm>
            <a:off x="8550978" y="5993987"/>
            <a:ext cx="1994716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ChatGPT:</a:t>
            </a:r>
            <a:pPr>
              <a:lnSpc>
                <a:spcPct val="120000"/>
              </a:lnSpc>
            </a:pPr>
            <a:r>
              <a:rPr lang="en-US" sz="102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Prompt template rõ ràng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295295" y="6297408"/>
            <a:ext cx="3365953" cy="308632"/>
          </a:xfrm>
          <a:custGeom>
            <a:avLst/>
            <a:gdLst/>
            <a:ahLst/>
            <a:cxnLst/>
            <a:rect l="l" t="t" r="r" b="b"/>
            <a:pathLst>
              <a:path w="3365953" h="308632">
                <a:moveTo>
                  <a:pt x="74569" y="0"/>
                </a:moveTo>
                <a:lnTo>
                  <a:pt x="3291385" y="0"/>
                </a:lnTo>
                <a:cubicBezTo>
                  <a:pt x="3332568" y="0"/>
                  <a:pt x="3365953" y="33385"/>
                  <a:pt x="3365953" y="74569"/>
                </a:cubicBezTo>
                <a:lnTo>
                  <a:pt x="3365953" y="234063"/>
                </a:lnTo>
                <a:cubicBezTo>
                  <a:pt x="3365953" y="275247"/>
                  <a:pt x="3332568" y="308632"/>
                  <a:pt x="3291385" y="308632"/>
                </a:cubicBezTo>
                <a:lnTo>
                  <a:pt x="74569" y="308632"/>
                </a:lnTo>
                <a:cubicBezTo>
                  <a:pt x="33385" y="308632"/>
                  <a:pt x="0" y="275247"/>
                  <a:pt x="0" y="234063"/>
                </a:cubicBezTo>
                <a:lnTo>
                  <a:pt x="0" y="74569"/>
                </a:lnTo>
                <a:cubicBezTo>
                  <a:pt x="0" y="33413"/>
                  <a:pt x="33413" y="0"/>
                  <a:pt x="7456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4111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46949" y="6377026"/>
            <a:ext cx="3262385" cy="1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1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⚠️ Trust but verify - Luôn kiểm tra lại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486" y="334486"/>
            <a:ext cx="11589926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spc="53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1: DOCUMENTING CODE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4486" y="602043"/>
            <a:ext cx="11673547" cy="334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Xử lý Docstring lỗi thờI với GenAI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9131" y="1108417"/>
            <a:ext cx="5653736" cy="2016205"/>
          </a:xfrm>
          <a:custGeom>
            <a:avLst/>
            <a:gdLst/>
            <a:ahLst/>
            <a:cxnLst/>
            <a:rect l="l" t="t" r="r" b="b"/>
            <a:pathLst>
              <a:path w="5653736" h="2016205">
                <a:moveTo>
                  <a:pt x="100347" y="0"/>
                </a:moveTo>
                <a:lnTo>
                  <a:pt x="5553389" y="0"/>
                </a:lnTo>
                <a:cubicBezTo>
                  <a:pt x="5608809" y="0"/>
                  <a:pt x="5653736" y="44927"/>
                  <a:pt x="5653736" y="100347"/>
                </a:cubicBezTo>
                <a:lnTo>
                  <a:pt x="5653736" y="1915858"/>
                </a:lnTo>
                <a:cubicBezTo>
                  <a:pt x="5653736" y="1971278"/>
                  <a:pt x="5608809" y="2016205"/>
                  <a:pt x="5553389" y="2016205"/>
                </a:cubicBezTo>
                <a:lnTo>
                  <a:pt x="100347" y="2016205"/>
                </a:lnTo>
                <a:cubicBezTo>
                  <a:pt x="44927" y="2016205"/>
                  <a:pt x="0" y="1971278"/>
                  <a:pt x="0" y="1915858"/>
                </a:cubicBezTo>
                <a:lnTo>
                  <a:pt x="0" y="100347"/>
                </a:lnTo>
                <a:cubicBezTo>
                  <a:pt x="0" y="44964"/>
                  <a:pt x="44964" y="0"/>
                  <a:pt x="10034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1925" y="1313697"/>
            <a:ext cx="167243" cy="167243"/>
          </a:xfrm>
          <a:custGeom>
            <a:avLst/>
            <a:gdLst/>
            <a:ahLst/>
            <a:cxnLst/>
            <a:rect l="l" t="t" r="r" b="b"/>
            <a:pathLst>
              <a:path w="167243" h="167243">
                <a:moveTo>
                  <a:pt x="83621" y="167243"/>
                </a:moveTo>
                <a:cubicBezTo>
                  <a:pt x="129773" y="167243"/>
                  <a:pt x="167243" y="129773"/>
                  <a:pt x="167243" y="83621"/>
                </a:cubicBezTo>
                <a:cubicBezTo>
                  <a:pt x="167243" y="37469"/>
                  <a:pt x="129773" y="0"/>
                  <a:pt x="83621" y="0"/>
                </a:cubicBezTo>
                <a:cubicBezTo>
                  <a:pt x="37469" y="0"/>
                  <a:pt x="0" y="37469"/>
                  <a:pt x="0" y="83621"/>
                </a:cubicBezTo>
                <a:cubicBezTo>
                  <a:pt x="0" y="129773"/>
                  <a:pt x="37469" y="167243"/>
                  <a:pt x="83621" y="167243"/>
                </a:cubicBezTo>
                <a:close/>
                <a:moveTo>
                  <a:pt x="83621" y="44424"/>
                </a:moveTo>
                <a:cubicBezTo>
                  <a:pt x="87966" y="44424"/>
                  <a:pt x="91461" y="47919"/>
                  <a:pt x="91461" y="52263"/>
                </a:cubicBezTo>
                <a:lnTo>
                  <a:pt x="91461" y="88848"/>
                </a:lnTo>
                <a:cubicBezTo>
                  <a:pt x="91461" y="93192"/>
                  <a:pt x="87966" y="96687"/>
                  <a:pt x="83621" y="96687"/>
                </a:cubicBezTo>
                <a:cubicBezTo>
                  <a:pt x="79277" y="96687"/>
                  <a:pt x="75782" y="93192"/>
                  <a:pt x="75782" y="88848"/>
                </a:cubicBezTo>
                <a:lnTo>
                  <a:pt x="75782" y="52263"/>
                </a:lnTo>
                <a:cubicBezTo>
                  <a:pt x="75782" y="47919"/>
                  <a:pt x="79277" y="44424"/>
                  <a:pt x="83621" y="44424"/>
                </a:cubicBezTo>
                <a:close/>
                <a:moveTo>
                  <a:pt x="74900" y="114979"/>
                </a:moveTo>
                <a:cubicBezTo>
                  <a:pt x="74702" y="111742"/>
                  <a:pt x="76316" y="108662"/>
                  <a:pt x="79091" y="106983"/>
                </a:cubicBezTo>
                <a:cubicBezTo>
                  <a:pt x="81866" y="105305"/>
                  <a:pt x="85344" y="105305"/>
                  <a:pt x="88119" y="106983"/>
                </a:cubicBezTo>
                <a:cubicBezTo>
                  <a:pt x="90894" y="108662"/>
                  <a:pt x="92509" y="111742"/>
                  <a:pt x="92310" y="114979"/>
                </a:cubicBezTo>
                <a:cubicBezTo>
                  <a:pt x="92509" y="118217"/>
                  <a:pt x="90894" y="121297"/>
                  <a:pt x="88119" y="122975"/>
                </a:cubicBezTo>
                <a:cubicBezTo>
                  <a:pt x="85344" y="124654"/>
                  <a:pt x="81866" y="124654"/>
                  <a:pt x="79091" y="122975"/>
                </a:cubicBezTo>
                <a:cubicBezTo>
                  <a:pt x="76316" y="121297"/>
                  <a:pt x="74702" y="118217"/>
                  <a:pt x="74900" y="11497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Text 4"/>
          <p:cNvSpPr/>
          <p:nvPr/>
        </p:nvSpPr>
        <p:spPr>
          <a:xfrm>
            <a:off x="820390" y="1280308"/>
            <a:ext cx="1605531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Nguyên nhân lỗi thờI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1020" y="1648038"/>
            <a:ext cx="267588" cy="267588"/>
          </a:xfrm>
          <a:custGeom>
            <a:avLst/>
            <a:gdLst/>
            <a:ahLst/>
            <a:cxnLst/>
            <a:rect l="l" t="t" r="r" b="b"/>
            <a:pathLst>
              <a:path w="267588" h="267588">
                <a:moveTo>
                  <a:pt x="66897" y="0"/>
                </a:moveTo>
                <a:lnTo>
                  <a:pt x="200691" y="0"/>
                </a:lnTo>
                <a:cubicBezTo>
                  <a:pt x="237638" y="0"/>
                  <a:pt x="267588" y="29951"/>
                  <a:pt x="267588" y="66897"/>
                </a:cubicBezTo>
                <a:lnTo>
                  <a:pt x="267588" y="200691"/>
                </a:lnTo>
                <a:cubicBezTo>
                  <a:pt x="267588" y="237638"/>
                  <a:pt x="237638" y="267588"/>
                  <a:pt x="200691" y="267588"/>
                </a:cubicBezTo>
                <a:lnTo>
                  <a:pt x="66897" y="267588"/>
                </a:lnTo>
                <a:cubicBezTo>
                  <a:pt x="29951" y="267588"/>
                  <a:pt x="0" y="237638"/>
                  <a:pt x="0" y="200691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26144" y="1698268"/>
            <a:ext cx="91984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8896" y="1648038"/>
            <a:ext cx="2558815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Refactoring code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78896" y="1848817"/>
            <a:ext cx="2550453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Thay đổi cấu trúc nhưng quên cập nhật docstring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1020" y="2116230"/>
            <a:ext cx="267588" cy="267588"/>
          </a:xfrm>
          <a:custGeom>
            <a:avLst/>
            <a:gdLst/>
            <a:ahLst/>
            <a:cxnLst/>
            <a:rect l="l" t="t" r="r" b="b"/>
            <a:pathLst>
              <a:path w="267588" h="267588">
                <a:moveTo>
                  <a:pt x="66897" y="0"/>
                </a:moveTo>
                <a:lnTo>
                  <a:pt x="200691" y="0"/>
                </a:lnTo>
                <a:cubicBezTo>
                  <a:pt x="237638" y="0"/>
                  <a:pt x="267588" y="29951"/>
                  <a:pt x="267588" y="66897"/>
                </a:cubicBezTo>
                <a:lnTo>
                  <a:pt x="267588" y="200691"/>
                </a:lnTo>
                <a:cubicBezTo>
                  <a:pt x="267588" y="237638"/>
                  <a:pt x="237638" y="267588"/>
                  <a:pt x="200691" y="267588"/>
                </a:cubicBezTo>
                <a:lnTo>
                  <a:pt x="66897" y="267588"/>
                </a:lnTo>
                <a:cubicBezTo>
                  <a:pt x="29951" y="267588"/>
                  <a:pt x="0" y="237638"/>
                  <a:pt x="0" y="200691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4966" y="2166460"/>
            <a:ext cx="117070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8896" y="2116230"/>
            <a:ext cx="2115621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Thay đổi logic xử lý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8896" y="2317011"/>
            <a:ext cx="2107259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Cập nhật chức năng nhưng docstring cũ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1020" y="2584424"/>
            <a:ext cx="267588" cy="267588"/>
          </a:xfrm>
          <a:custGeom>
            <a:avLst/>
            <a:gdLst/>
            <a:ahLst/>
            <a:cxnLst/>
            <a:rect l="l" t="t" r="r" b="b"/>
            <a:pathLst>
              <a:path w="267588" h="267588">
                <a:moveTo>
                  <a:pt x="66897" y="0"/>
                </a:moveTo>
                <a:lnTo>
                  <a:pt x="200691" y="0"/>
                </a:lnTo>
                <a:cubicBezTo>
                  <a:pt x="237638" y="0"/>
                  <a:pt x="267588" y="29951"/>
                  <a:pt x="267588" y="66897"/>
                </a:cubicBezTo>
                <a:lnTo>
                  <a:pt x="267588" y="200691"/>
                </a:lnTo>
                <a:cubicBezTo>
                  <a:pt x="267588" y="237638"/>
                  <a:pt x="237638" y="267588"/>
                  <a:pt x="200691" y="267588"/>
                </a:cubicBezTo>
                <a:lnTo>
                  <a:pt x="66897" y="267588"/>
                </a:lnTo>
                <a:cubicBezTo>
                  <a:pt x="29951" y="267588"/>
                  <a:pt x="0" y="237638"/>
                  <a:pt x="0" y="200691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3369" y="2634654"/>
            <a:ext cx="12543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8896" y="2584424"/>
            <a:ext cx="2082173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Copy-paste code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8896" y="2785201"/>
            <a:ext cx="2073811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Sao chép mà không chỉnh sửa docstring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9131" y="3300721"/>
            <a:ext cx="5653736" cy="3554839"/>
          </a:xfrm>
          <a:custGeom>
            <a:avLst/>
            <a:gdLst/>
            <a:ahLst/>
            <a:cxnLst/>
            <a:rect l="l" t="t" r="r" b="b"/>
            <a:pathLst>
              <a:path w="5653736" h="3554839">
                <a:moveTo>
                  <a:pt x="100353" y="0"/>
                </a:moveTo>
                <a:lnTo>
                  <a:pt x="5553383" y="0"/>
                </a:lnTo>
                <a:cubicBezTo>
                  <a:pt x="5608806" y="0"/>
                  <a:pt x="5653736" y="44930"/>
                  <a:pt x="5653736" y="100353"/>
                </a:cubicBezTo>
                <a:lnTo>
                  <a:pt x="5653736" y="3454485"/>
                </a:lnTo>
                <a:cubicBezTo>
                  <a:pt x="5653736" y="3509909"/>
                  <a:pt x="5608806" y="3554839"/>
                  <a:pt x="5553383" y="3554839"/>
                </a:cubicBezTo>
                <a:lnTo>
                  <a:pt x="100353" y="3554839"/>
                </a:lnTo>
                <a:cubicBezTo>
                  <a:pt x="44930" y="3554839"/>
                  <a:pt x="0" y="3509909"/>
                  <a:pt x="0" y="3454485"/>
                </a:cubicBezTo>
                <a:lnTo>
                  <a:pt x="0" y="100353"/>
                </a:lnTo>
                <a:cubicBezTo>
                  <a:pt x="0" y="44967"/>
                  <a:pt x="44967" y="0"/>
                  <a:pt x="10035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472" y="3506003"/>
            <a:ext cx="188148" cy="167243"/>
          </a:xfrm>
          <a:custGeom>
            <a:avLst/>
            <a:gdLst/>
            <a:ahLst/>
            <a:cxnLst/>
            <a:rect l="l" t="t" r="r" b="b"/>
            <a:pathLst>
              <a:path w="188148" h="167243">
                <a:moveTo>
                  <a:pt x="62716" y="31358"/>
                </a:moveTo>
                <a:cubicBezTo>
                  <a:pt x="62716" y="14046"/>
                  <a:pt x="76762" y="0"/>
                  <a:pt x="94074" y="0"/>
                </a:cubicBezTo>
                <a:cubicBezTo>
                  <a:pt x="111386" y="0"/>
                  <a:pt x="125432" y="14046"/>
                  <a:pt x="125432" y="31358"/>
                </a:cubicBezTo>
                <a:lnTo>
                  <a:pt x="125432" y="32534"/>
                </a:lnTo>
                <a:cubicBezTo>
                  <a:pt x="125432" y="37662"/>
                  <a:pt x="121284" y="41811"/>
                  <a:pt x="116155" y="41811"/>
                </a:cubicBezTo>
                <a:lnTo>
                  <a:pt x="72025" y="41811"/>
                </a:lnTo>
                <a:cubicBezTo>
                  <a:pt x="66897" y="41811"/>
                  <a:pt x="62749" y="37662"/>
                  <a:pt x="62749" y="32534"/>
                </a:cubicBezTo>
                <a:lnTo>
                  <a:pt x="62749" y="31358"/>
                </a:lnTo>
                <a:close/>
                <a:moveTo>
                  <a:pt x="175605" y="35539"/>
                </a:moveTo>
                <a:cubicBezTo>
                  <a:pt x="179067" y="40145"/>
                  <a:pt x="178120" y="46710"/>
                  <a:pt x="173514" y="50173"/>
                </a:cubicBezTo>
                <a:lnTo>
                  <a:pt x="141568" y="74116"/>
                </a:lnTo>
                <a:cubicBezTo>
                  <a:pt x="143300" y="77023"/>
                  <a:pt x="144606" y="80224"/>
                  <a:pt x="145423" y="83621"/>
                </a:cubicBezTo>
                <a:lnTo>
                  <a:pt x="177695" y="83621"/>
                </a:lnTo>
                <a:cubicBezTo>
                  <a:pt x="183477" y="83621"/>
                  <a:pt x="188148" y="88292"/>
                  <a:pt x="188148" y="94074"/>
                </a:cubicBezTo>
                <a:cubicBezTo>
                  <a:pt x="188148" y="99856"/>
                  <a:pt x="183477" y="104527"/>
                  <a:pt x="177695" y="104527"/>
                </a:cubicBezTo>
                <a:lnTo>
                  <a:pt x="146337" y="104527"/>
                </a:lnTo>
                <a:lnTo>
                  <a:pt x="146337" y="114979"/>
                </a:lnTo>
                <a:cubicBezTo>
                  <a:pt x="146337" y="115829"/>
                  <a:pt x="146305" y="116711"/>
                  <a:pt x="146272" y="117560"/>
                </a:cubicBezTo>
                <a:lnTo>
                  <a:pt x="173514" y="137975"/>
                </a:lnTo>
                <a:cubicBezTo>
                  <a:pt x="178120" y="141438"/>
                  <a:pt x="179067" y="148003"/>
                  <a:pt x="175605" y="152609"/>
                </a:cubicBezTo>
                <a:cubicBezTo>
                  <a:pt x="172142" y="157215"/>
                  <a:pt x="165577" y="158162"/>
                  <a:pt x="160971" y="154700"/>
                </a:cubicBezTo>
                <a:lnTo>
                  <a:pt x="140360" y="139249"/>
                </a:lnTo>
                <a:cubicBezTo>
                  <a:pt x="132782" y="153687"/>
                  <a:pt x="118638" y="164140"/>
                  <a:pt x="101914" y="166655"/>
                </a:cubicBezTo>
                <a:lnTo>
                  <a:pt x="101914" y="91461"/>
                </a:lnTo>
                <a:cubicBezTo>
                  <a:pt x="101914" y="87117"/>
                  <a:pt x="98418" y="83621"/>
                  <a:pt x="94074" y="83621"/>
                </a:cubicBezTo>
                <a:cubicBezTo>
                  <a:pt x="89730" y="83621"/>
                  <a:pt x="86235" y="87117"/>
                  <a:pt x="86235" y="91461"/>
                </a:cubicBezTo>
                <a:lnTo>
                  <a:pt x="86235" y="166655"/>
                </a:lnTo>
                <a:cubicBezTo>
                  <a:pt x="69510" y="164140"/>
                  <a:pt x="55367" y="153687"/>
                  <a:pt x="47788" y="139249"/>
                </a:cubicBezTo>
                <a:lnTo>
                  <a:pt x="27177" y="154700"/>
                </a:lnTo>
                <a:cubicBezTo>
                  <a:pt x="22571" y="158162"/>
                  <a:pt x="16006" y="157215"/>
                  <a:pt x="12543" y="152609"/>
                </a:cubicBezTo>
                <a:cubicBezTo>
                  <a:pt x="9081" y="148003"/>
                  <a:pt x="10028" y="141438"/>
                  <a:pt x="14634" y="137975"/>
                </a:cubicBezTo>
                <a:lnTo>
                  <a:pt x="41876" y="117560"/>
                </a:lnTo>
                <a:cubicBezTo>
                  <a:pt x="41843" y="116711"/>
                  <a:pt x="41811" y="115861"/>
                  <a:pt x="41811" y="114979"/>
                </a:cubicBezTo>
                <a:lnTo>
                  <a:pt x="41811" y="104527"/>
                </a:lnTo>
                <a:lnTo>
                  <a:pt x="10453" y="104527"/>
                </a:lnTo>
                <a:cubicBezTo>
                  <a:pt x="4671" y="104527"/>
                  <a:pt x="0" y="99856"/>
                  <a:pt x="0" y="94074"/>
                </a:cubicBezTo>
                <a:cubicBezTo>
                  <a:pt x="0" y="88292"/>
                  <a:pt x="4671" y="83621"/>
                  <a:pt x="10453" y="83621"/>
                </a:cubicBezTo>
                <a:lnTo>
                  <a:pt x="42725" y="83621"/>
                </a:lnTo>
                <a:cubicBezTo>
                  <a:pt x="43542" y="80224"/>
                  <a:pt x="44849" y="77023"/>
                  <a:pt x="46580" y="74116"/>
                </a:cubicBezTo>
                <a:lnTo>
                  <a:pt x="14634" y="50173"/>
                </a:lnTo>
                <a:cubicBezTo>
                  <a:pt x="10028" y="46710"/>
                  <a:pt x="9081" y="40145"/>
                  <a:pt x="12543" y="35539"/>
                </a:cubicBezTo>
                <a:cubicBezTo>
                  <a:pt x="16006" y="30933"/>
                  <a:pt x="22571" y="29986"/>
                  <a:pt x="27177" y="33449"/>
                </a:cubicBezTo>
                <a:lnTo>
                  <a:pt x="62716" y="60103"/>
                </a:lnTo>
                <a:cubicBezTo>
                  <a:pt x="66734" y="58437"/>
                  <a:pt x="71144" y="57490"/>
                  <a:pt x="75782" y="57490"/>
                </a:cubicBezTo>
                <a:lnTo>
                  <a:pt x="112366" y="57490"/>
                </a:lnTo>
                <a:cubicBezTo>
                  <a:pt x="117005" y="57490"/>
                  <a:pt x="121414" y="58404"/>
                  <a:pt x="125432" y="60103"/>
                </a:cubicBezTo>
                <a:lnTo>
                  <a:pt x="160971" y="33449"/>
                </a:lnTo>
                <a:cubicBezTo>
                  <a:pt x="165577" y="29986"/>
                  <a:pt x="172142" y="30933"/>
                  <a:pt x="175605" y="3553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1" name="Text 19"/>
          <p:cNvSpPr/>
          <p:nvPr/>
        </p:nvSpPr>
        <p:spPr>
          <a:xfrm>
            <a:off x="820390" y="3472611"/>
            <a:ext cx="1622255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Hệ quả nghiêm trọng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1020" y="3840341"/>
            <a:ext cx="2600626" cy="635523"/>
          </a:xfrm>
          <a:custGeom>
            <a:avLst/>
            <a:gdLst/>
            <a:ahLst/>
            <a:cxnLst/>
            <a:rect l="l" t="t" r="r" b="b"/>
            <a:pathLst>
              <a:path w="2600626" h="635523">
                <a:moveTo>
                  <a:pt x="66895" y="0"/>
                </a:moveTo>
                <a:lnTo>
                  <a:pt x="2533730" y="0"/>
                </a:lnTo>
                <a:cubicBezTo>
                  <a:pt x="2570676" y="0"/>
                  <a:pt x="2600626" y="29950"/>
                  <a:pt x="2600626" y="66895"/>
                </a:cubicBezTo>
                <a:lnTo>
                  <a:pt x="2600626" y="568628"/>
                </a:lnTo>
                <a:cubicBezTo>
                  <a:pt x="2600626" y="605573"/>
                  <a:pt x="2570676" y="635523"/>
                  <a:pt x="2533730" y="635523"/>
                </a:cubicBezTo>
                <a:lnTo>
                  <a:pt x="66895" y="635523"/>
                </a:lnTo>
                <a:cubicBezTo>
                  <a:pt x="29950" y="635523"/>
                  <a:pt x="0" y="605573"/>
                  <a:pt x="0" y="568628"/>
                </a:cubicBezTo>
                <a:lnTo>
                  <a:pt x="0" y="66895"/>
                </a:lnTo>
                <a:cubicBezTo>
                  <a:pt x="0" y="29975"/>
                  <a:pt x="29975" y="0"/>
                  <a:pt x="6689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12468" y="3940658"/>
            <a:ext cx="200691" cy="200691"/>
          </a:xfrm>
          <a:custGeom>
            <a:avLst/>
            <a:gdLst/>
            <a:ahLst/>
            <a:cxnLst/>
            <a:rect l="l" t="t" r="r" b="b"/>
            <a:pathLst>
              <a:path w="200691" h="200691">
                <a:moveTo>
                  <a:pt x="100346" y="200691"/>
                </a:moveTo>
                <a:cubicBezTo>
                  <a:pt x="155728" y="200691"/>
                  <a:pt x="200691" y="155728"/>
                  <a:pt x="200691" y="100346"/>
                </a:cubicBezTo>
                <a:cubicBezTo>
                  <a:pt x="200691" y="44963"/>
                  <a:pt x="155728" y="0"/>
                  <a:pt x="100346" y="0"/>
                </a:cubicBezTo>
                <a:cubicBezTo>
                  <a:pt x="44963" y="0"/>
                  <a:pt x="0" y="44963"/>
                  <a:pt x="0" y="100346"/>
                </a:cubicBezTo>
                <a:cubicBezTo>
                  <a:pt x="0" y="155728"/>
                  <a:pt x="44963" y="200691"/>
                  <a:pt x="100346" y="200691"/>
                </a:cubicBezTo>
                <a:close/>
                <a:moveTo>
                  <a:pt x="65460" y="65460"/>
                </a:moveTo>
                <a:cubicBezTo>
                  <a:pt x="69144" y="61775"/>
                  <a:pt x="75102" y="61775"/>
                  <a:pt x="78748" y="65460"/>
                </a:cubicBezTo>
                <a:lnTo>
                  <a:pt x="100306" y="87019"/>
                </a:lnTo>
                <a:lnTo>
                  <a:pt x="121865" y="65460"/>
                </a:lnTo>
                <a:cubicBezTo>
                  <a:pt x="125550" y="61775"/>
                  <a:pt x="131508" y="61775"/>
                  <a:pt x="135153" y="65460"/>
                </a:cubicBezTo>
                <a:cubicBezTo>
                  <a:pt x="138798" y="69144"/>
                  <a:pt x="138838" y="75102"/>
                  <a:pt x="135153" y="78748"/>
                </a:cubicBezTo>
                <a:lnTo>
                  <a:pt x="113594" y="100306"/>
                </a:lnTo>
                <a:lnTo>
                  <a:pt x="135153" y="121865"/>
                </a:lnTo>
                <a:cubicBezTo>
                  <a:pt x="138838" y="125550"/>
                  <a:pt x="138838" y="131508"/>
                  <a:pt x="135153" y="135153"/>
                </a:cubicBezTo>
                <a:cubicBezTo>
                  <a:pt x="131469" y="138798"/>
                  <a:pt x="125510" y="138838"/>
                  <a:pt x="121865" y="135153"/>
                </a:cubicBezTo>
                <a:lnTo>
                  <a:pt x="100306" y="113594"/>
                </a:lnTo>
                <a:lnTo>
                  <a:pt x="78748" y="135153"/>
                </a:lnTo>
                <a:cubicBezTo>
                  <a:pt x="75063" y="138838"/>
                  <a:pt x="69105" y="138838"/>
                  <a:pt x="65460" y="135153"/>
                </a:cubicBezTo>
                <a:cubicBezTo>
                  <a:pt x="61815" y="131469"/>
                  <a:pt x="61775" y="125510"/>
                  <a:pt x="65460" y="121865"/>
                </a:cubicBezTo>
                <a:lnTo>
                  <a:pt x="87019" y="100306"/>
                </a:lnTo>
                <a:lnTo>
                  <a:pt x="65460" y="78748"/>
                </a:lnTo>
                <a:cubicBezTo>
                  <a:pt x="61775" y="75063"/>
                  <a:pt x="61775" y="69105"/>
                  <a:pt x="65460" y="6546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4" name="Text 22"/>
          <p:cNvSpPr/>
          <p:nvPr/>
        </p:nvSpPr>
        <p:spPr>
          <a:xfrm>
            <a:off x="582069" y="4208071"/>
            <a:ext cx="2458469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Hiểu sai chức năng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14778" y="3840341"/>
            <a:ext cx="2600626" cy="635523"/>
          </a:xfrm>
          <a:custGeom>
            <a:avLst/>
            <a:gdLst/>
            <a:ahLst/>
            <a:cxnLst/>
            <a:rect l="l" t="t" r="r" b="b"/>
            <a:pathLst>
              <a:path w="2600626" h="635523">
                <a:moveTo>
                  <a:pt x="66895" y="0"/>
                </a:moveTo>
                <a:lnTo>
                  <a:pt x="2533730" y="0"/>
                </a:lnTo>
                <a:cubicBezTo>
                  <a:pt x="2570676" y="0"/>
                  <a:pt x="2600626" y="29950"/>
                  <a:pt x="2600626" y="66895"/>
                </a:cubicBezTo>
                <a:lnTo>
                  <a:pt x="2600626" y="568628"/>
                </a:lnTo>
                <a:cubicBezTo>
                  <a:pt x="2600626" y="605573"/>
                  <a:pt x="2570676" y="635523"/>
                  <a:pt x="2533730" y="635523"/>
                </a:cubicBezTo>
                <a:lnTo>
                  <a:pt x="66895" y="635523"/>
                </a:lnTo>
                <a:cubicBezTo>
                  <a:pt x="29950" y="635523"/>
                  <a:pt x="0" y="605573"/>
                  <a:pt x="0" y="568628"/>
                </a:cubicBezTo>
                <a:lnTo>
                  <a:pt x="0" y="66895"/>
                </a:lnTo>
                <a:cubicBezTo>
                  <a:pt x="0" y="29975"/>
                  <a:pt x="29975" y="0"/>
                  <a:pt x="6689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416227" y="3940658"/>
            <a:ext cx="200691" cy="200691"/>
          </a:xfrm>
          <a:custGeom>
            <a:avLst/>
            <a:gdLst/>
            <a:ahLst/>
            <a:cxnLst/>
            <a:rect l="l" t="t" r="r" b="b"/>
            <a:pathLst>
              <a:path w="200691" h="200691">
                <a:moveTo>
                  <a:pt x="100346" y="200691"/>
                </a:moveTo>
                <a:cubicBezTo>
                  <a:pt x="155728" y="200691"/>
                  <a:pt x="200691" y="155728"/>
                  <a:pt x="200691" y="100346"/>
                </a:cubicBezTo>
                <a:cubicBezTo>
                  <a:pt x="200691" y="44963"/>
                  <a:pt x="155728" y="0"/>
                  <a:pt x="100346" y="0"/>
                </a:cubicBezTo>
                <a:cubicBezTo>
                  <a:pt x="44963" y="0"/>
                  <a:pt x="0" y="44963"/>
                  <a:pt x="0" y="100346"/>
                </a:cubicBezTo>
                <a:cubicBezTo>
                  <a:pt x="0" y="155728"/>
                  <a:pt x="44963" y="200691"/>
                  <a:pt x="100346" y="200691"/>
                </a:cubicBezTo>
                <a:close/>
                <a:moveTo>
                  <a:pt x="65460" y="65460"/>
                </a:moveTo>
                <a:cubicBezTo>
                  <a:pt x="69144" y="61775"/>
                  <a:pt x="75102" y="61775"/>
                  <a:pt x="78748" y="65460"/>
                </a:cubicBezTo>
                <a:lnTo>
                  <a:pt x="100306" y="87019"/>
                </a:lnTo>
                <a:lnTo>
                  <a:pt x="121865" y="65460"/>
                </a:lnTo>
                <a:cubicBezTo>
                  <a:pt x="125550" y="61775"/>
                  <a:pt x="131508" y="61775"/>
                  <a:pt x="135153" y="65460"/>
                </a:cubicBezTo>
                <a:cubicBezTo>
                  <a:pt x="138798" y="69144"/>
                  <a:pt x="138838" y="75102"/>
                  <a:pt x="135153" y="78748"/>
                </a:cubicBezTo>
                <a:lnTo>
                  <a:pt x="113594" y="100306"/>
                </a:lnTo>
                <a:lnTo>
                  <a:pt x="135153" y="121865"/>
                </a:lnTo>
                <a:cubicBezTo>
                  <a:pt x="138838" y="125550"/>
                  <a:pt x="138838" y="131508"/>
                  <a:pt x="135153" y="135153"/>
                </a:cubicBezTo>
                <a:cubicBezTo>
                  <a:pt x="131469" y="138798"/>
                  <a:pt x="125510" y="138838"/>
                  <a:pt x="121865" y="135153"/>
                </a:cubicBezTo>
                <a:lnTo>
                  <a:pt x="100306" y="113594"/>
                </a:lnTo>
                <a:lnTo>
                  <a:pt x="78748" y="135153"/>
                </a:lnTo>
                <a:cubicBezTo>
                  <a:pt x="75063" y="138838"/>
                  <a:pt x="69105" y="138838"/>
                  <a:pt x="65460" y="135153"/>
                </a:cubicBezTo>
                <a:cubicBezTo>
                  <a:pt x="61815" y="131469"/>
                  <a:pt x="61775" y="125510"/>
                  <a:pt x="65460" y="121865"/>
                </a:cubicBezTo>
                <a:lnTo>
                  <a:pt x="87019" y="100306"/>
                </a:lnTo>
                <a:lnTo>
                  <a:pt x="65460" y="78748"/>
                </a:lnTo>
                <a:cubicBezTo>
                  <a:pt x="61775" y="75063"/>
                  <a:pt x="61775" y="69105"/>
                  <a:pt x="65460" y="6546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7" name="Text 25"/>
          <p:cNvSpPr/>
          <p:nvPr/>
        </p:nvSpPr>
        <p:spPr>
          <a:xfrm>
            <a:off x="3285827" y="4208071"/>
            <a:ext cx="2458469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Gây lỗi khi reuse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1020" y="4575801"/>
            <a:ext cx="2600626" cy="635523"/>
          </a:xfrm>
          <a:custGeom>
            <a:avLst/>
            <a:gdLst/>
            <a:ahLst/>
            <a:cxnLst/>
            <a:rect l="l" t="t" r="r" b="b"/>
            <a:pathLst>
              <a:path w="2600626" h="635523">
                <a:moveTo>
                  <a:pt x="66895" y="0"/>
                </a:moveTo>
                <a:lnTo>
                  <a:pt x="2533730" y="0"/>
                </a:lnTo>
                <a:cubicBezTo>
                  <a:pt x="2570676" y="0"/>
                  <a:pt x="2600626" y="29950"/>
                  <a:pt x="2600626" y="66895"/>
                </a:cubicBezTo>
                <a:lnTo>
                  <a:pt x="2600626" y="568628"/>
                </a:lnTo>
                <a:cubicBezTo>
                  <a:pt x="2600626" y="605573"/>
                  <a:pt x="2570676" y="635523"/>
                  <a:pt x="2533730" y="635523"/>
                </a:cubicBezTo>
                <a:lnTo>
                  <a:pt x="66895" y="635523"/>
                </a:lnTo>
                <a:cubicBezTo>
                  <a:pt x="29950" y="635523"/>
                  <a:pt x="0" y="605573"/>
                  <a:pt x="0" y="568628"/>
                </a:cubicBezTo>
                <a:lnTo>
                  <a:pt x="0" y="66895"/>
                </a:lnTo>
                <a:cubicBezTo>
                  <a:pt x="0" y="29975"/>
                  <a:pt x="29975" y="0"/>
                  <a:pt x="6689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712468" y="4676118"/>
            <a:ext cx="200691" cy="200691"/>
          </a:xfrm>
          <a:custGeom>
            <a:avLst/>
            <a:gdLst/>
            <a:ahLst/>
            <a:cxnLst/>
            <a:rect l="l" t="t" r="r" b="b"/>
            <a:pathLst>
              <a:path w="200691" h="200691">
                <a:moveTo>
                  <a:pt x="100346" y="200691"/>
                </a:moveTo>
                <a:cubicBezTo>
                  <a:pt x="155728" y="200691"/>
                  <a:pt x="200691" y="155728"/>
                  <a:pt x="200691" y="100346"/>
                </a:cubicBezTo>
                <a:cubicBezTo>
                  <a:pt x="200691" y="44963"/>
                  <a:pt x="155728" y="0"/>
                  <a:pt x="100346" y="0"/>
                </a:cubicBezTo>
                <a:cubicBezTo>
                  <a:pt x="44963" y="0"/>
                  <a:pt x="0" y="44963"/>
                  <a:pt x="0" y="100346"/>
                </a:cubicBezTo>
                <a:cubicBezTo>
                  <a:pt x="0" y="155728"/>
                  <a:pt x="44963" y="200691"/>
                  <a:pt x="100346" y="200691"/>
                </a:cubicBezTo>
                <a:close/>
                <a:moveTo>
                  <a:pt x="65460" y="65460"/>
                </a:moveTo>
                <a:cubicBezTo>
                  <a:pt x="69144" y="61775"/>
                  <a:pt x="75102" y="61775"/>
                  <a:pt x="78748" y="65460"/>
                </a:cubicBezTo>
                <a:lnTo>
                  <a:pt x="100306" y="87019"/>
                </a:lnTo>
                <a:lnTo>
                  <a:pt x="121865" y="65460"/>
                </a:lnTo>
                <a:cubicBezTo>
                  <a:pt x="125550" y="61775"/>
                  <a:pt x="131508" y="61775"/>
                  <a:pt x="135153" y="65460"/>
                </a:cubicBezTo>
                <a:cubicBezTo>
                  <a:pt x="138798" y="69144"/>
                  <a:pt x="138838" y="75102"/>
                  <a:pt x="135153" y="78748"/>
                </a:cubicBezTo>
                <a:lnTo>
                  <a:pt x="113594" y="100306"/>
                </a:lnTo>
                <a:lnTo>
                  <a:pt x="135153" y="121865"/>
                </a:lnTo>
                <a:cubicBezTo>
                  <a:pt x="138838" y="125550"/>
                  <a:pt x="138838" y="131508"/>
                  <a:pt x="135153" y="135153"/>
                </a:cubicBezTo>
                <a:cubicBezTo>
                  <a:pt x="131469" y="138798"/>
                  <a:pt x="125510" y="138838"/>
                  <a:pt x="121865" y="135153"/>
                </a:cubicBezTo>
                <a:lnTo>
                  <a:pt x="100306" y="113594"/>
                </a:lnTo>
                <a:lnTo>
                  <a:pt x="78748" y="135153"/>
                </a:lnTo>
                <a:cubicBezTo>
                  <a:pt x="75063" y="138838"/>
                  <a:pt x="69105" y="138838"/>
                  <a:pt x="65460" y="135153"/>
                </a:cubicBezTo>
                <a:cubicBezTo>
                  <a:pt x="61815" y="131469"/>
                  <a:pt x="61775" y="125510"/>
                  <a:pt x="65460" y="121865"/>
                </a:cubicBezTo>
                <a:lnTo>
                  <a:pt x="87019" y="100306"/>
                </a:lnTo>
                <a:lnTo>
                  <a:pt x="65460" y="78748"/>
                </a:lnTo>
                <a:cubicBezTo>
                  <a:pt x="61775" y="75063"/>
                  <a:pt x="61775" y="69105"/>
                  <a:pt x="65460" y="6546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0" name="Text 28"/>
          <p:cNvSpPr/>
          <p:nvPr/>
        </p:nvSpPr>
        <p:spPr>
          <a:xfrm>
            <a:off x="582069" y="4943535"/>
            <a:ext cx="2458469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Tăng thờI gian debug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14778" y="4575801"/>
            <a:ext cx="2600626" cy="635523"/>
          </a:xfrm>
          <a:custGeom>
            <a:avLst/>
            <a:gdLst/>
            <a:ahLst/>
            <a:cxnLst/>
            <a:rect l="l" t="t" r="r" b="b"/>
            <a:pathLst>
              <a:path w="2600626" h="635523">
                <a:moveTo>
                  <a:pt x="66895" y="0"/>
                </a:moveTo>
                <a:lnTo>
                  <a:pt x="2533730" y="0"/>
                </a:lnTo>
                <a:cubicBezTo>
                  <a:pt x="2570676" y="0"/>
                  <a:pt x="2600626" y="29950"/>
                  <a:pt x="2600626" y="66895"/>
                </a:cubicBezTo>
                <a:lnTo>
                  <a:pt x="2600626" y="568628"/>
                </a:lnTo>
                <a:cubicBezTo>
                  <a:pt x="2600626" y="605573"/>
                  <a:pt x="2570676" y="635523"/>
                  <a:pt x="2533730" y="635523"/>
                </a:cubicBezTo>
                <a:lnTo>
                  <a:pt x="66895" y="635523"/>
                </a:lnTo>
                <a:cubicBezTo>
                  <a:pt x="29950" y="635523"/>
                  <a:pt x="0" y="605573"/>
                  <a:pt x="0" y="568628"/>
                </a:cubicBezTo>
                <a:lnTo>
                  <a:pt x="0" y="66895"/>
                </a:lnTo>
                <a:cubicBezTo>
                  <a:pt x="0" y="29975"/>
                  <a:pt x="29975" y="0"/>
                  <a:pt x="6689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416227" y="4676118"/>
            <a:ext cx="200691" cy="200691"/>
          </a:xfrm>
          <a:custGeom>
            <a:avLst/>
            <a:gdLst/>
            <a:ahLst/>
            <a:cxnLst/>
            <a:rect l="l" t="t" r="r" b="b"/>
            <a:pathLst>
              <a:path w="200691" h="200691">
                <a:moveTo>
                  <a:pt x="100346" y="200691"/>
                </a:moveTo>
                <a:cubicBezTo>
                  <a:pt x="155728" y="200691"/>
                  <a:pt x="200691" y="155728"/>
                  <a:pt x="200691" y="100346"/>
                </a:cubicBezTo>
                <a:cubicBezTo>
                  <a:pt x="200691" y="44963"/>
                  <a:pt x="155728" y="0"/>
                  <a:pt x="100346" y="0"/>
                </a:cubicBezTo>
                <a:cubicBezTo>
                  <a:pt x="44963" y="0"/>
                  <a:pt x="0" y="44963"/>
                  <a:pt x="0" y="100346"/>
                </a:cubicBezTo>
                <a:cubicBezTo>
                  <a:pt x="0" y="155728"/>
                  <a:pt x="44963" y="200691"/>
                  <a:pt x="100346" y="200691"/>
                </a:cubicBezTo>
                <a:close/>
                <a:moveTo>
                  <a:pt x="65460" y="65460"/>
                </a:moveTo>
                <a:cubicBezTo>
                  <a:pt x="69144" y="61775"/>
                  <a:pt x="75102" y="61775"/>
                  <a:pt x="78748" y="65460"/>
                </a:cubicBezTo>
                <a:lnTo>
                  <a:pt x="100306" y="87019"/>
                </a:lnTo>
                <a:lnTo>
                  <a:pt x="121865" y="65460"/>
                </a:lnTo>
                <a:cubicBezTo>
                  <a:pt x="125550" y="61775"/>
                  <a:pt x="131508" y="61775"/>
                  <a:pt x="135153" y="65460"/>
                </a:cubicBezTo>
                <a:cubicBezTo>
                  <a:pt x="138798" y="69144"/>
                  <a:pt x="138838" y="75102"/>
                  <a:pt x="135153" y="78748"/>
                </a:cubicBezTo>
                <a:lnTo>
                  <a:pt x="113594" y="100306"/>
                </a:lnTo>
                <a:lnTo>
                  <a:pt x="135153" y="121865"/>
                </a:lnTo>
                <a:cubicBezTo>
                  <a:pt x="138838" y="125550"/>
                  <a:pt x="138838" y="131508"/>
                  <a:pt x="135153" y="135153"/>
                </a:cubicBezTo>
                <a:cubicBezTo>
                  <a:pt x="131469" y="138798"/>
                  <a:pt x="125510" y="138838"/>
                  <a:pt x="121865" y="135153"/>
                </a:cubicBezTo>
                <a:lnTo>
                  <a:pt x="100306" y="113594"/>
                </a:lnTo>
                <a:lnTo>
                  <a:pt x="78748" y="135153"/>
                </a:lnTo>
                <a:cubicBezTo>
                  <a:pt x="75063" y="138838"/>
                  <a:pt x="69105" y="138838"/>
                  <a:pt x="65460" y="135153"/>
                </a:cubicBezTo>
                <a:cubicBezTo>
                  <a:pt x="61815" y="131469"/>
                  <a:pt x="61775" y="125510"/>
                  <a:pt x="65460" y="121865"/>
                </a:cubicBezTo>
                <a:lnTo>
                  <a:pt x="87019" y="100306"/>
                </a:lnTo>
                <a:lnTo>
                  <a:pt x="65460" y="78748"/>
                </a:lnTo>
                <a:cubicBezTo>
                  <a:pt x="61775" y="75063"/>
                  <a:pt x="61775" y="69105"/>
                  <a:pt x="65460" y="6546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3" name="Text 31"/>
          <p:cNvSpPr/>
          <p:nvPr/>
        </p:nvSpPr>
        <p:spPr>
          <a:xfrm>
            <a:off x="3285827" y="4943535"/>
            <a:ext cx="2458469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Giảm độ tin cậy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00033" y="1108417"/>
            <a:ext cx="5653736" cy="2618279"/>
          </a:xfrm>
          <a:custGeom>
            <a:avLst/>
            <a:gdLst/>
            <a:ahLst/>
            <a:cxnLst/>
            <a:rect l="l" t="t" r="r" b="b"/>
            <a:pathLst>
              <a:path w="5653736" h="2618279">
                <a:moveTo>
                  <a:pt x="100359" y="0"/>
                </a:moveTo>
                <a:lnTo>
                  <a:pt x="5553377" y="0"/>
                </a:lnTo>
                <a:cubicBezTo>
                  <a:pt x="5608804" y="0"/>
                  <a:pt x="5653736" y="44932"/>
                  <a:pt x="5653736" y="100359"/>
                </a:cubicBezTo>
                <a:lnTo>
                  <a:pt x="5653736" y="2517920"/>
                </a:lnTo>
                <a:cubicBezTo>
                  <a:pt x="5653736" y="2573347"/>
                  <a:pt x="5608804" y="2618279"/>
                  <a:pt x="5553377" y="2618279"/>
                </a:cubicBezTo>
                <a:lnTo>
                  <a:pt x="100359" y="2618279"/>
                </a:lnTo>
                <a:cubicBezTo>
                  <a:pt x="44932" y="2618279"/>
                  <a:pt x="0" y="2573347"/>
                  <a:pt x="0" y="2517920"/>
                </a:cubicBezTo>
                <a:lnTo>
                  <a:pt x="0" y="100359"/>
                </a:lnTo>
                <a:cubicBezTo>
                  <a:pt x="0" y="44932"/>
                  <a:pt x="44932" y="0"/>
                  <a:pt x="100359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4111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92827" y="1313697"/>
            <a:ext cx="167243" cy="167243"/>
          </a:xfrm>
          <a:custGeom>
            <a:avLst/>
            <a:gdLst/>
            <a:ahLst/>
            <a:cxnLst/>
            <a:rect l="l" t="t" r="r" b="b"/>
            <a:pathLst>
              <a:path w="167243" h="167243">
                <a:moveTo>
                  <a:pt x="156823" y="62716"/>
                </a:moveTo>
                <a:lnTo>
                  <a:pt x="159403" y="62716"/>
                </a:lnTo>
                <a:cubicBezTo>
                  <a:pt x="163748" y="62716"/>
                  <a:pt x="167243" y="59221"/>
                  <a:pt x="167243" y="54877"/>
                </a:cubicBezTo>
                <a:lnTo>
                  <a:pt x="167243" y="7840"/>
                </a:lnTo>
                <a:cubicBezTo>
                  <a:pt x="167243" y="4671"/>
                  <a:pt x="165348" y="1797"/>
                  <a:pt x="162408" y="588"/>
                </a:cubicBezTo>
                <a:cubicBezTo>
                  <a:pt x="159469" y="-621"/>
                  <a:pt x="156104" y="65"/>
                  <a:pt x="153850" y="2287"/>
                </a:cubicBezTo>
                <a:lnTo>
                  <a:pt x="136963" y="19207"/>
                </a:lnTo>
                <a:cubicBezTo>
                  <a:pt x="122492" y="7219"/>
                  <a:pt x="103873" y="0"/>
                  <a:pt x="83621" y="0"/>
                </a:cubicBezTo>
                <a:cubicBezTo>
                  <a:pt x="41484" y="0"/>
                  <a:pt x="6631" y="31162"/>
                  <a:pt x="849" y="71699"/>
                </a:cubicBezTo>
                <a:cubicBezTo>
                  <a:pt x="33" y="77415"/>
                  <a:pt x="3985" y="82707"/>
                  <a:pt x="9701" y="83523"/>
                </a:cubicBezTo>
                <a:cubicBezTo>
                  <a:pt x="15418" y="84340"/>
                  <a:pt x="20709" y="80355"/>
                  <a:pt x="21526" y="74671"/>
                </a:cubicBezTo>
                <a:cubicBezTo>
                  <a:pt x="25870" y="44261"/>
                  <a:pt x="52035" y="20905"/>
                  <a:pt x="83621" y="20905"/>
                </a:cubicBezTo>
                <a:cubicBezTo>
                  <a:pt x="98124" y="20905"/>
                  <a:pt x="111452" y="25805"/>
                  <a:pt x="122068" y="34069"/>
                </a:cubicBezTo>
                <a:lnTo>
                  <a:pt x="106813" y="49324"/>
                </a:lnTo>
                <a:cubicBezTo>
                  <a:pt x="104559" y="51577"/>
                  <a:pt x="103906" y="54942"/>
                  <a:pt x="105115" y="57882"/>
                </a:cubicBezTo>
                <a:cubicBezTo>
                  <a:pt x="106323" y="60822"/>
                  <a:pt x="109198" y="62716"/>
                  <a:pt x="112366" y="62716"/>
                </a:cubicBezTo>
                <a:lnTo>
                  <a:pt x="156823" y="62716"/>
                </a:lnTo>
                <a:close/>
                <a:moveTo>
                  <a:pt x="166426" y="95544"/>
                </a:moveTo>
                <a:cubicBezTo>
                  <a:pt x="167243" y="89828"/>
                  <a:pt x="163258" y="84536"/>
                  <a:pt x="157574" y="83719"/>
                </a:cubicBezTo>
                <a:cubicBezTo>
                  <a:pt x="151890" y="82903"/>
                  <a:pt x="146566" y="86888"/>
                  <a:pt x="145749" y="92572"/>
                </a:cubicBezTo>
                <a:cubicBezTo>
                  <a:pt x="141405" y="122950"/>
                  <a:pt x="115241" y="146305"/>
                  <a:pt x="83654" y="146305"/>
                </a:cubicBezTo>
                <a:cubicBezTo>
                  <a:pt x="69151" y="146305"/>
                  <a:pt x="55824" y="141405"/>
                  <a:pt x="45208" y="133141"/>
                </a:cubicBezTo>
                <a:lnTo>
                  <a:pt x="60430" y="117919"/>
                </a:lnTo>
                <a:cubicBezTo>
                  <a:pt x="62683" y="115665"/>
                  <a:pt x="63337" y="112301"/>
                  <a:pt x="62128" y="109361"/>
                </a:cubicBezTo>
                <a:cubicBezTo>
                  <a:pt x="60919" y="106421"/>
                  <a:pt x="58045" y="104527"/>
                  <a:pt x="54877" y="104527"/>
                </a:cubicBezTo>
                <a:lnTo>
                  <a:pt x="7840" y="104527"/>
                </a:lnTo>
                <a:cubicBezTo>
                  <a:pt x="3495" y="104527"/>
                  <a:pt x="0" y="108022"/>
                  <a:pt x="0" y="112366"/>
                </a:cubicBezTo>
                <a:lnTo>
                  <a:pt x="0" y="159403"/>
                </a:lnTo>
                <a:cubicBezTo>
                  <a:pt x="0" y="162572"/>
                  <a:pt x="1895" y="165446"/>
                  <a:pt x="4834" y="166655"/>
                </a:cubicBezTo>
                <a:cubicBezTo>
                  <a:pt x="7774" y="167863"/>
                  <a:pt x="11139" y="167177"/>
                  <a:pt x="13392" y="164956"/>
                </a:cubicBezTo>
                <a:lnTo>
                  <a:pt x="30313" y="148036"/>
                </a:lnTo>
                <a:cubicBezTo>
                  <a:pt x="44751" y="160024"/>
                  <a:pt x="63369" y="167243"/>
                  <a:pt x="83621" y="167243"/>
                </a:cubicBezTo>
                <a:cubicBezTo>
                  <a:pt x="125759" y="167243"/>
                  <a:pt x="160612" y="136081"/>
                  <a:pt x="166394" y="9554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6" name="Text 34"/>
          <p:cNvSpPr/>
          <p:nvPr/>
        </p:nvSpPr>
        <p:spPr>
          <a:xfrm>
            <a:off x="6681292" y="1280308"/>
            <a:ext cx="2333037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Phương pháp 1: Ghi đè toàn bộ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71922" y="1648038"/>
            <a:ext cx="5309959" cy="802765"/>
          </a:xfrm>
          <a:custGeom>
            <a:avLst/>
            <a:gdLst/>
            <a:ahLst/>
            <a:cxnLst/>
            <a:rect l="l" t="t" r="r" b="b"/>
            <a:pathLst>
              <a:path w="5309959" h="802765">
                <a:moveTo>
                  <a:pt x="66894" y="0"/>
                </a:moveTo>
                <a:lnTo>
                  <a:pt x="5243064" y="0"/>
                </a:lnTo>
                <a:cubicBezTo>
                  <a:pt x="5280009" y="0"/>
                  <a:pt x="5309959" y="29950"/>
                  <a:pt x="5309959" y="66894"/>
                </a:cubicBezTo>
                <a:lnTo>
                  <a:pt x="5309959" y="735871"/>
                </a:lnTo>
                <a:cubicBezTo>
                  <a:pt x="5309959" y="772816"/>
                  <a:pt x="5280009" y="802765"/>
                  <a:pt x="5243064" y="802765"/>
                </a:cubicBezTo>
                <a:lnTo>
                  <a:pt x="66894" y="802765"/>
                </a:lnTo>
                <a:cubicBezTo>
                  <a:pt x="29950" y="802765"/>
                  <a:pt x="0" y="772816"/>
                  <a:pt x="0" y="735871"/>
                </a:cubicBezTo>
                <a:lnTo>
                  <a:pt x="0" y="66894"/>
                </a:lnTo>
                <a:cubicBezTo>
                  <a:pt x="0" y="29950"/>
                  <a:pt x="29950" y="0"/>
                  <a:pt x="66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72239" y="1748355"/>
            <a:ext cx="5176165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Ưu điểm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72239" y="1982525"/>
            <a:ext cx="516780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Nhanh chóng, đồng bộ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72239" y="2183013"/>
            <a:ext cx="516780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Đảm bảo tất cả được cập nhật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71922" y="2550743"/>
            <a:ext cx="5309959" cy="1003457"/>
          </a:xfrm>
          <a:custGeom>
            <a:avLst/>
            <a:gdLst/>
            <a:ahLst/>
            <a:cxnLst/>
            <a:rect l="l" t="t" r="r" b="b"/>
            <a:pathLst>
              <a:path w="5309959" h="1003457">
                <a:moveTo>
                  <a:pt x="66900" y="0"/>
                </a:moveTo>
                <a:lnTo>
                  <a:pt x="5243058" y="0"/>
                </a:lnTo>
                <a:cubicBezTo>
                  <a:pt x="5280006" y="0"/>
                  <a:pt x="5309959" y="29952"/>
                  <a:pt x="5309959" y="66900"/>
                </a:cubicBezTo>
                <a:lnTo>
                  <a:pt x="5309959" y="936556"/>
                </a:lnTo>
                <a:cubicBezTo>
                  <a:pt x="5309959" y="973504"/>
                  <a:pt x="5280006" y="1003457"/>
                  <a:pt x="5243058" y="1003457"/>
                </a:cubicBezTo>
                <a:lnTo>
                  <a:pt x="66900" y="1003457"/>
                </a:lnTo>
                <a:cubicBezTo>
                  <a:pt x="29952" y="1003457"/>
                  <a:pt x="0" y="973504"/>
                  <a:pt x="0" y="936556"/>
                </a:cubicBezTo>
                <a:lnTo>
                  <a:pt x="0" y="66900"/>
                </a:lnTo>
                <a:cubicBezTo>
                  <a:pt x="0" y="29952"/>
                  <a:pt x="29952" y="0"/>
                  <a:pt x="669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472239" y="2651060"/>
            <a:ext cx="5176165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Nhược điểm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72239" y="2885228"/>
            <a:ext cx="516780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Ghi đè nội dung chỉnh sửa thủ công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72239" y="3085715"/>
            <a:ext cx="516780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Mất thông tin quan trọng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72239" y="3286203"/>
            <a:ext cx="516780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Phụ thuộc độ chính xác AI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00033" y="3902040"/>
            <a:ext cx="5653736" cy="2952765"/>
          </a:xfrm>
          <a:custGeom>
            <a:avLst/>
            <a:gdLst/>
            <a:ahLst/>
            <a:cxnLst/>
            <a:rect l="l" t="t" r="r" b="b"/>
            <a:pathLst>
              <a:path w="5653736" h="2952765">
                <a:moveTo>
                  <a:pt x="100335" y="0"/>
                </a:moveTo>
                <a:lnTo>
                  <a:pt x="5553401" y="0"/>
                </a:lnTo>
                <a:cubicBezTo>
                  <a:pt x="5608814" y="0"/>
                  <a:pt x="5653736" y="44921"/>
                  <a:pt x="5653736" y="100335"/>
                </a:cubicBezTo>
                <a:lnTo>
                  <a:pt x="5653736" y="2852430"/>
                </a:lnTo>
                <a:cubicBezTo>
                  <a:pt x="5653736" y="2907843"/>
                  <a:pt x="5608814" y="2952765"/>
                  <a:pt x="5553401" y="2952765"/>
                </a:cubicBezTo>
                <a:lnTo>
                  <a:pt x="100335" y="2952765"/>
                </a:lnTo>
                <a:cubicBezTo>
                  <a:pt x="44921" y="2952765"/>
                  <a:pt x="0" y="2907843"/>
                  <a:pt x="0" y="2852430"/>
                </a:cubicBezTo>
                <a:lnTo>
                  <a:pt x="0" y="100335"/>
                </a:lnTo>
                <a:cubicBezTo>
                  <a:pt x="0" y="44959"/>
                  <a:pt x="44959" y="0"/>
                  <a:pt x="100335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4111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92827" y="4107321"/>
            <a:ext cx="167243" cy="167243"/>
          </a:xfrm>
          <a:custGeom>
            <a:avLst/>
            <a:gdLst/>
            <a:ahLst/>
            <a:cxnLst/>
            <a:rect l="l" t="t" r="r" b="b"/>
            <a:pathLst>
              <a:path w="167243" h="167243">
                <a:moveTo>
                  <a:pt x="135885" y="67942"/>
                </a:moveTo>
                <a:cubicBezTo>
                  <a:pt x="135885" y="82935"/>
                  <a:pt x="131018" y="96785"/>
                  <a:pt x="122819" y="108022"/>
                </a:cubicBezTo>
                <a:lnTo>
                  <a:pt x="164172" y="149408"/>
                </a:lnTo>
                <a:cubicBezTo>
                  <a:pt x="168255" y="153491"/>
                  <a:pt x="168255" y="160122"/>
                  <a:pt x="164172" y="164205"/>
                </a:cubicBezTo>
                <a:cubicBezTo>
                  <a:pt x="160089" y="168288"/>
                  <a:pt x="153458" y="168288"/>
                  <a:pt x="149375" y="164205"/>
                </a:cubicBezTo>
                <a:lnTo>
                  <a:pt x="108022" y="122819"/>
                </a:lnTo>
                <a:cubicBezTo>
                  <a:pt x="96785" y="131018"/>
                  <a:pt x="82935" y="135885"/>
                  <a:pt x="67942" y="135885"/>
                </a:cubicBezTo>
                <a:cubicBezTo>
                  <a:pt x="30411" y="135885"/>
                  <a:pt x="0" y="105474"/>
                  <a:pt x="0" y="67942"/>
                </a:cubicBezTo>
                <a:cubicBezTo>
                  <a:pt x="0" y="30411"/>
                  <a:pt x="30411" y="0"/>
                  <a:pt x="67942" y="0"/>
                </a:cubicBezTo>
                <a:cubicBezTo>
                  <a:pt x="105474" y="0"/>
                  <a:pt x="135885" y="30411"/>
                  <a:pt x="135885" y="67942"/>
                </a:cubicBezTo>
                <a:close/>
                <a:moveTo>
                  <a:pt x="67942" y="114979"/>
                </a:moveTo>
                <a:cubicBezTo>
                  <a:pt x="93903" y="114979"/>
                  <a:pt x="114979" y="93903"/>
                  <a:pt x="114979" y="67942"/>
                </a:cubicBezTo>
                <a:cubicBezTo>
                  <a:pt x="114979" y="41982"/>
                  <a:pt x="93903" y="20905"/>
                  <a:pt x="67942" y="20905"/>
                </a:cubicBezTo>
                <a:cubicBezTo>
                  <a:pt x="41982" y="20905"/>
                  <a:pt x="20905" y="41982"/>
                  <a:pt x="20905" y="67942"/>
                </a:cubicBezTo>
                <a:cubicBezTo>
                  <a:pt x="20905" y="93903"/>
                  <a:pt x="41982" y="114979"/>
                  <a:pt x="67942" y="11497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8" name="Text 46"/>
          <p:cNvSpPr/>
          <p:nvPr/>
        </p:nvSpPr>
        <p:spPr>
          <a:xfrm>
            <a:off x="6681292" y="4073930"/>
            <a:ext cx="2759506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Phương pháp 2: Phát hiện mismatch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71922" y="4441660"/>
            <a:ext cx="5309959" cy="602074"/>
          </a:xfrm>
          <a:custGeom>
            <a:avLst/>
            <a:gdLst/>
            <a:ahLst/>
            <a:cxnLst/>
            <a:rect l="l" t="t" r="r" b="b"/>
            <a:pathLst>
              <a:path w="5309959" h="602074">
                <a:moveTo>
                  <a:pt x="66896" y="0"/>
                </a:moveTo>
                <a:lnTo>
                  <a:pt x="5243062" y="0"/>
                </a:lnTo>
                <a:cubicBezTo>
                  <a:pt x="5280008" y="0"/>
                  <a:pt x="5309959" y="29951"/>
                  <a:pt x="5309959" y="66896"/>
                </a:cubicBezTo>
                <a:lnTo>
                  <a:pt x="5309959" y="535178"/>
                </a:lnTo>
                <a:cubicBezTo>
                  <a:pt x="5309959" y="572124"/>
                  <a:pt x="5280008" y="602074"/>
                  <a:pt x="5243062" y="602074"/>
                </a:cubicBezTo>
                <a:lnTo>
                  <a:pt x="66896" y="602074"/>
                </a:lnTo>
                <a:cubicBezTo>
                  <a:pt x="29951" y="602074"/>
                  <a:pt x="0" y="572124"/>
                  <a:pt x="0" y="535178"/>
                </a:cubicBezTo>
                <a:lnTo>
                  <a:pt x="0" y="66896"/>
                </a:lnTo>
                <a:cubicBezTo>
                  <a:pt x="0" y="29951"/>
                  <a:pt x="29951" y="0"/>
                  <a:pt x="6689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472239" y="4541977"/>
            <a:ext cx="5176165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Quy trình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72239" y="4776146"/>
            <a:ext cx="516780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 sánh từng hàm giữa implementation và docstring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71922" y="5143876"/>
            <a:ext cx="2600626" cy="434831"/>
          </a:xfrm>
          <a:custGeom>
            <a:avLst/>
            <a:gdLst/>
            <a:ahLst/>
            <a:cxnLst/>
            <a:rect l="l" t="t" r="r" b="b"/>
            <a:pathLst>
              <a:path w="2600626" h="434831">
                <a:moveTo>
                  <a:pt x="66899" y="0"/>
                </a:moveTo>
                <a:lnTo>
                  <a:pt x="2533727" y="0"/>
                </a:lnTo>
                <a:cubicBezTo>
                  <a:pt x="2570674" y="0"/>
                  <a:pt x="2600626" y="29952"/>
                  <a:pt x="2600626" y="66899"/>
                </a:cubicBezTo>
                <a:lnTo>
                  <a:pt x="2600626" y="367932"/>
                </a:lnTo>
                <a:cubicBezTo>
                  <a:pt x="2600626" y="404880"/>
                  <a:pt x="2570674" y="434831"/>
                  <a:pt x="2533727" y="434831"/>
                </a:cubicBezTo>
                <a:lnTo>
                  <a:pt x="66899" y="434831"/>
                </a:lnTo>
                <a:cubicBezTo>
                  <a:pt x="29952" y="434831"/>
                  <a:pt x="0" y="404880"/>
                  <a:pt x="0" y="367932"/>
                </a:cubicBezTo>
                <a:lnTo>
                  <a:pt x="0" y="66899"/>
                </a:lnTo>
                <a:cubicBezTo>
                  <a:pt x="0" y="29952"/>
                  <a:pt x="29952" y="0"/>
                  <a:pt x="66899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409435" y="5210658"/>
            <a:ext cx="2525366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13616" y="5377754"/>
            <a:ext cx="2517004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Docstring đúng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075681" y="5143876"/>
            <a:ext cx="2600626" cy="434831"/>
          </a:xfrm>
          <a:custGeom>
            <a:avLst/>
            <a:gdLst/>
            <a:ahLst/>
            <a:cxnLst/>
            <a:rect l="l" t="t" r="r" b="b"/>
            <a:pathLst>
              <a:path w="2600626" h="434831">
                <a:moveTo>
                  <a:pt x="66899" y="0"/>
                </a:moveTo>
                <a:lnTo>
                  <a:pt x="2533727" y="0"/>
                </a:lnTo>
                <a:cubicBezTo>
                  <a:pt x="2570674" y="0"/>
                  <a:pt x="2600626" y="29952"/>
                  <a:pt x="2600626" y="66899"/>
                </a:cubicBezTo>
                <a:lnTo>
                  <a:pt x="2600626" y="367932"/>
                </a:lnTo>
                <a:cubicBezTo>
                  <a:pt x="2600626" y="404880"/>
                  <a:pt x="2570674" y="434831"/>
                  <a:pt x="2533727" y="434831"/>
                </a:cubicBezTo>
                <a:lnTo>
                  <a:pt x="66899" y="434831"/>
                </a:lnTo>
                <a:cubicBezTo>
                  <a:pt x="29952" y="434831"/>
                  <a:pt x="0" y="404880"/>
                  <a:pt x="0" y="367932"/>
                </a:cubicBezTo>
                <a:lnTo>
                  <a:pt x="0" y="66899"/>
                </a:lnTo>
                <a:cubicBezTo>
                  <a:pt x="0" y="29952"/>
                  <a:pt x="29952" y="0"/>
                  <a:pt x="6689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9113194" y="5210658"/>
            <a:ext cx="2525366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MATCH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117375" y="5377754"/>
            <a:ext cx="2517004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Cần chỉnh sửa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71922" y="5678559"/>
            <a:ext cx="5309959" cy="1003457"/>
          </a:xfrm>
          <a:custGeom>
            <a:avLst/>
            <a:gdLst/>
            <a:ahLst/>
            <a:cxnLst/>
            <a:rect l="l" t="t" r="r" b="b"/>
            <a:pathLst>
              <a:path w="5309959" h="1003457">
                <a:moveTo>
                  <a:pt x="66900" y="0"/>
                </a:moveTo>
                <a:lnTo>
                  <a:pt x="5243058" y="0"/>
                </a:lnTo>
                <a:cubicBezTo>
                  <a:pt x="5280006" y="0"/>
                  <a:pt x="5309959" y="29952"/>
                  <a:pt x="5309959" y="66900"/>
                </a:cubicBezTo>
                <a:lnTo>
                  <a:pt x="5309959" y="936556"/>
                </a:lnTo>
                <a:cubicBezTo>
                  <a:pt x="5309959" y="973504"/>
                  <a:pt x="5280006" y="1003457"/>
                  <a:pt x="5243058" y="1003457"/>
                </a:cubicBezTo>
                <a:lnTo>
                  <a:pt x="66900" y="1003457"/>
                </a:lnTo>
                <a:cubicBezTo>
                  <a:pt x="29952" y="1003457"/>
                  <a:pt x="0" y="973504"/>
                  <a:pt x="0" y="936556"/>
                </a:cubicBezTo>
                <a:lnTo>
                  <a:pt x="0" y="66900"/>
                </a:lnTo>
                <a:cubicBezTo>
                  <a:pt x="0" y="29952"/>
                  <a:pt x="29952" y="0"/>
                  <a:pt x="669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472239" y="5778876"/>
            <a:ext cx="5176165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Ưu điểm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472239" y="6013044"/>
            <a:ext cx="516780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Giữ lại nội dung đã đúng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72239" y="6213535"/>
            <a:ext cx="516780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Chỉ sửa phần sai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72239" y="6414023"/>
            <a:ext cx="516780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Độ chính xác cao hơn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dbdaecd19e3e9ff297aae725e68a3db288253874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212452"/>
            <a:ext cx="2009246" cy="1640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5E8B7E">
                    <a:alpha val="3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871885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Testing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với GenAI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4529170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Tăng tốc độ kiểm thử và đảm bảo chất lượng phần mềm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530043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5"/>
          <p:cNvSpPr/>
          <p:nvPr/>
        </p:nvSpPr>
        <p:spPr>
          <a:xfrm>
            <a:off x="1295301" y="5205180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099" y="336099"/>
            <a:ext cx="11587021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spc="53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2: UNIT TESTING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6099" y="604950"/>
            <a:ext cx="11671046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Viết Unit Tests bằng GitHub Copilot và ChatGPT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0767" y="1113767"/>
            <a:ext cx="5647401" cy="2899790"/>
          </a:xfrm>
          <a:custGeom>
            <a:avLst/>
            <a:gdLst/>
            <a:ahLst/>
            <a:cxnLst/>
            <a:rect l="l" t="t" r="r" b="b"/>
            <a:pathLst>
              <a:path w="5647401" h="2899790">
                <a:moveTo>
                  <a:pt x="100826" y="0"/>
                </a:moveTo>
                <a:lnTo>
                  <a:pt x="5546575" y="0"/>
                </a:lnTo>
                <a:cubicBezTo>
                  <a:pt x="5602260" y="0"/>
                  <a:pt x="5647401" y="45141"/>
                  <a:pt x="5647401" y="100826"/>
                </a:cubicBezTo>
                <a:lnTo>
                  <a:pt x="5647401" y="2798964"/>
                </a:lnTo>
                <a:cubicBezTo>
                  <a:pt x="5647401" y="2854648"/>
                  <a:pt x="5602260" y="2899790"/>
                  <a:pt x="5546575" y="2899790"/>
                </a:cubicBezTo>
                <a:lnTo>
                  <a:pt x="100826" y="2899790"/>
                </a:lnTo>
                <a:cubicBezTo>
                  <a:pt x="45141" y="2899790"/>
                  <a:pt x="0" y="2854648"/>
                  <a:pt x="0" y="2798964"/>
                </a:cubicBezTo>
                <a:lnTo>
                  <a:pt x="0" y="100826"/>
                </a:lnTo>
                <a:cubicBezTo>
                  <a:pt x="0" y="45141"/>
                  <a:pt x="45141" y="0"/>
                  <a:pt x="10082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491" y="1320035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57078" y="130435"/>
                </a:moveTo>
                <a:cubicBezTo>
                  <a:pt x="57078" y="131092"/>
                  <a:pt x="56323" y="131617"/>
                  <a:pt x="55371" y="131617"/>
                </a:cubicBezTo>
                <a:cubicBezTo>
                  <a:pt x="54288" y="131715"/>
                  <a:pt x="53533" y="131190"/>
                  <a:pt x="53533" y="130435"/>
                </a:cubicBezTo>
                <a:cubicBezTo>
                  <a:pt x="53533" y="129779"/>
                  <a:pt x="54288" y="129254"/>
                  <a:pt x="55240" y="129254"/>
                </a:cubicBezTo>
                <a:cubicBezTo>
                  <a:pt x="56224" y="129155"/>
                  <a:pt x="57078" y="129680"/>
                  <a:pt x="57078" y="130435"/>
                </a:cubicBezTo>
                <a:close/>
                <a:moveTo>
                  <a:pt x="46870" y="128958"/>
                </a:moveTo>
                <a:cubicBezTo>
                  <a:pt x="46640" y="129615"/>
                  <a:pt x="47297" y="130370"/>
                  <a:pt x="48281" y="130567"/>
                </a:cubicBezTo>
                <a:cubicBezTo>
                  <a:pt x="49135" y="130895"/>
                  <a:pt x="50119" y="130567"/>
                  <a:pt x="50316" y="129910"/>
                </a:cubicBezTo>
                <a:cubicBezTo>
                  <a:pt x="50513" y="129254"/>
                  <a:pt x="49890" y="128499"/>
                  <a:pt x="48905" y="128203"/>
                </a:cubicBezTo>
                <a:cubicBezTo>
                  <a:pt x="48052" y="127974"/>
                  <a:pt x="47100" y="128302"/>
                  <a:pt x="46870" y="128958"/>
                </a:cubicBezTo>
                <a:close/>
                <a:moveTo>
                  <a:pt x="61377" y="128400"/>
                </a:moveTo>
                <a:cubicBezTo>
                  <a:pt x="60426" y="128630"/>
                  <a:pt x="59769" y="129254"/>
                  <a:pt x="59868" y="130009"/>
                </a:cubicBezTo>
                <a:cubicBezTo>
                  <a:pt x="59966" y="130665"/>
                  <a:pt x="60820" y="131092"/>
                  <a:pt x="61804" y="130862"/>
                </a:cubicBezTo>
                <a:cubicBezTo>
                  <a:pt x="62756" y="130632"/>
                  <a:pt x="63412" y="130009"/>
                  <a:pt x="63314" y="129352"/>
                </a:cubicBezTo>
                <a:cubicBezTo>
                  <a:pt x="63216" y="128729"/>
                  <a:pt x="62329" y="128302"/>
                  <a:pt x="61377" y="128400"/>
                </a:cubicBezTo>
                <a:close/>
                <a:moveTo>
                  <a:pt x="82975" y="2626"/>
                </a:moveTo>
                <a:cubicBezTo>
                  <a:pt x="37450" y="2626"/>
                  <a:pt x="2626" y="37188"/>
                  <a:pt x="2626" y="82712"/>
                </a:cubicBezTo>
                <a:cubicBezTo>
                  <a:pt x="2626" y="119112"/>
                  <a:pt x="25536" y="150260"/>
                  <a:pt x="58259" y="161223"/>
                </a:cubicBezTo>
                <a:cubicBezTo>
                  <a:pt x="62461" y="161978"/>
                  <a:pt x="63938" y="159385"/>
                  <a:pt x="63938" y="157251"/>
                </a:cubicBezTo>
                <a:cubicBezTo>
                  <a:pt x="63938" y="155216"/>
                  <a:pt x="63839" y="143991"/>
                  <a:pt x="63839" y="137098"/>
                </a:cubicBezTo>
                <a:cubicBezTo>
                  <a:pt x="63839" y="137098"/>
                  <a:pt x="40864" y="142022"/>
                  <a:pt x="36039" y="127317"/>
                </a:cubicBezTo>
                <a:cubicBezTo>
                  <a:pt x="36039" y="127317"/>
                  <a:pt x="32297" y="117766"/>
                  <a:pt x="26914" y="115304"/>
                </a:cubicBezTo>
                <a:cubicBezTo>
                  <a:pt x="26914" y="115304"/>
                  <a:pt x="19398" y="110151"/>
                  <a:pt x="27439" y="110250"/>
                </a:cubicBezTo>
                <a:cubicBezTo>
                  <a:pt x="27439" y="110250"/>
                  <a:pt x="35612" y="110906"/>
                  <a:pt x="40109" y="118718"/>
                </a:cubicBezTo>
                <a:cubicBezTo>
                  <a:pt x="47297" y="131387"/>
                  <a:pt x="59343" y="127744"/>
                  <a:pt x="64036" y="125578"/>
                </a:cubicBezTo>
                <a:cubicBezTo>
                  <a:pt x="64791" y="120326"/>
                  <a:pt x="66924" y="116683"/>
                  <a:pt x="69288" y="114517"/>
                </a:cubicBezTo>
                <a:cubicBezTo>
                  <a:pt x="50940" y="112482"/>
                  <a:pt x="32428" y="109823"/>
                  <a:pt x="32428" y="78248"/>
                </a:cubicBezTo>
                <a:cubicBezTo>
                  <a:pt x="32428" y="69222"/>
                  <a:pt x="34923" y="64693"/>
                  <a:pt x="40174" y="58916"/>
                </a:cubicBezTo>
                <a:cubicBezTo>
                  <a:pt x="39321" y="56782"/>
                  <a:pt x="36531" y="47986"/>
                  <a:pt x="41028" y="36630"/>
                </a:cubicBezTo>
                <a:cubicBezTo>
                  <a:pt x="47888" y="34496"/>
                  <a:pt x="63675" y="45492"/>
                  <a:pt x="63675" y="45492"/>
                </a:cubicBezTo>
                <a:cubicBezTo>
                  <a:pt x="70239" y="43654"/>
                  <a:pt x="77296" y="42702"/>
                  <a:pt x="84287" y="42702"/>
                </a:cubicBezTo>
                <a:cubicBezTo>
                  <a:pt x="91279" y="42702"/>
                  <a:pt x="98335" y="43654"/>
                  <a:pt x="104900" y="45492"/>
                </a:cubicBezTo>
                <a:cubicBezTo>
                  <a:pt x="104900" y="45492"/>
                  <a:pt x="120687" y="34463"/>
                  <a:pt x="127547" y="36630"/>
                </a:cubicBezTo>
                <a:cubicBezTo>
                  <a:pt x="132044" y="48019"/>
                  <a:pt x="129254" y="56782"/>
                  <a:pt x="128400" y="58916"/>
                </a:cubicBezTo>
                <a:cubicBezTo>
                  <a:pt x="133652" y="64725"/>
                  <a:pt x="136869" y="69255"/>
                  <a:pt x="136869" y="78248"/>
                </a:cubicBezTo>
                <a:cubicBezTo>
                  <a:pt x="136869" y="109922"/>
                  <a:pt x="117536" y="112449"/>
                  <a:pt x="99189" y="114517"/>
                </a:cubicBezTo>
                <a:cubicBezTo>
                  <a:pt x="102208" y="117110"/>
                  <a:pt x="104768" y="122033"/>
                  <a:pt x="104768" y="129746"/>
                </a:cubicBezTo>
                <a:cubicBezTo>
                  <a:pt x="104768" y="140807"/>
                  <a:pt x="104670" y="154494"/>
                  <a:pt x="104670" y="157185"/>
                </a:cubicBezTo>
                <a:cubicBezTo>
                  <a:pt x="104670" y="159319"/>
                  <a:pt x="106180" y="161912"/>
                  <a:pt x="110348" y="161157"/>
                </a:cubicBezTo>
                <a:cubicBezTo>
                  <a:pt x="143170" y="150260"/>
                  <a:pt x="165424" y="119112"/>
                  <a:pt x="165424" y="82712"/>
                </a:cubicBezTo>
                <a:cubicBezTo>
                  <a:pt x="165424" y="37188"/>
                  <a:pt x="128499" y="2626"/>
                  <a:pt x="82975" y="2626"/>
                </a:cubicBezTo>
                <a:close/>
                <a:moveTo>
                  <a:pt x="34529" y="115830"/>
                </a:moveTo>
                <a:cubicBezTo>
                  <a:pt x="34102" y="116158"/>
                  <a:pt x="34201" y="116913"/>
                  <a:pt x="34759" y="117536"/>
                </a:cubicBezTo>
                <a:cubicBezTo>
                  <a:pt x="35284" y="118061"/>
                  <a:pt x="36039" y="118291"/>
                  <a:pt x="36465" y="117864"/>
                </a:cubicBezTo>
                <a:cubicBezTo>
                  <a:pt x="36892" y="117536"/>
                  <a:pt x="36794" y="116781"/>
                  <a:pt x="36236" y="116158"/>
                </a:cubicBezTo>
                <a:cubicBezTo>
                  <a:pt x="35711" y="115633"/>
                  <a:pt x="34956" y="115403"/>
                  <a:pt x="34529" y="115830"/>
                </a:cubicBezTo>
                <a:close/>
                <a:moveTo>
                  <a:pt x="30984" y="113171"/>
                </a:moveTo>
                <a:cubicBezTo>
                  <a:pt x="30754" y="113598"/>
                  <a:pt x="31083" y="114123"/>
                  <a:pt x="31739" y="114451"/>
                </a:cubicBezTo>
                <a:cubicBezTo>
                  <a:pt x="32264" y="114779"/>
                  <a:pt x="32921" y="114681"/>
                  <a:pt x="33150" y="114221"/>
                </a:cubicBezTo>
                <a:cubicBezTo>
                  <a:pt x="33380" y="113795"/>
                  <a:pt x="33052" y="113269"/>
                  <a:pt x="32396" y="112941"/>
                </a:cubicBezTo>
                <a:cubicBezTo>
                  <a:pt x="31739" y="112744"/>
                  <a:pt x="31214" y="112843"/>
                  <a:pt x="30984" y="113171"/>
                </a:cubicBezTo>
                <a:close/>
                <a:moveTo>
                  <a:pt x="41619" y="124856"/>
                </a:moveTo>
                <a:cubicBezTo>
                  <a:pt x="41093" y="125282"/>
                  <a:pt x="41290" y="126267"/>
                  <a:pt x="42045" y="126891"/>
                </a:cubicBezTo>
                <a:cubicBezTo>
                  <a:pt x="42800" y="127646"/>
                  <a:pt x="43752" y="127744"/>
                  <a:pt x="44179" y="127219"/>
                </a:cubicBezTo>
                <a:cubicBezTo>
                  <a:pt x="44605" y="126792"/>
                  <a:pt x="44408" y="125807"/>
                  <a:pt x="43752" y="125184"/>
                </a:cubicBezTo>
                <a:cubicBezTo>
                  <a:pt x="43030" y="124429"/>
                  <a:pt x="42045" y="124330"/>
                  <a:pt x="41619" y="124856"/>
                </a:cubicBezTo>
                <a:close/>
                <a:moveTo>
                  <a:pt x="37877" y="120031"/>
                </a:moveTo>
                <a:cubicBezTo>
                  <a:pt x="37352" y="120359"/>
                  <a:pt x="37352" y="121212"/>
                  <a:pt x="37877" y="121967"/>
                </a:cubicBezTo>
                <a:cubicBezTo>
                  <a:pt x="38402" y="122722"/>
                  <a:pt x="39288" y="123050"/>
                  <a:pt x="39715" y="122722"/>
                </a:cubicBezTo>
                <a:cubicBezTo>
                  <a:pt x="40240" y="122295"/>
                  <a:pt x="40240" y="121442"/>
                  <a:pt x="39715" y="120687"/>
                </a:cubicBezTo>
                <a:cubicBezTo>
                  <a:pt x="39255" y="119932"/>
                  <a:pt x="38402" y="119604"/>
                  <a:pt x="37877" y="12003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Text 4"/>
          <p:cNvSpPr/>
          <p:nvPr/>
        </p:nvSpPr>
        <p:spPr>
          <a:xfrm>
            <a:off x="824348" y="1286482"/>
            <a:ext cx="1184750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Copilot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3485" y="1655990"/>
            <a:ext cx="5301966" cy="638589"/>
          </a:xfrm>
          <a:custGeom>
            <a:avLst/>
            <a:gdLst/>
            <a:ahLst/>
            <a:cxnLst/>
            <a:rect l="l" t="t" r="r" b="b"/>
            <a:pathLst>
              <a:path w="5301966" h="638589">
                <a:moveTo>
                  <a:pt x="67218" y="0"/>
                </a:moveTo>
                <a:lnTo>
                  <a:pt x="5234748" y="0"/>
                </a:lnTo>
                <a:cubicBezTo>
                  <a:pt x="5271871" y="0"/>
                  <a:pt x="5301966" y="30094"/>
                  <a:pt x="5301966" y="67218"/>
                </a:cubicBezTo>
                <a:lnTo>
                  <a:pt x="5301966" y="571371"/>
                </a:lnTo>
                <a:cubicBezTo>
                  <a:pt x="5301966" y="608494"/>
                  <a:pt x="5271871" y="638589"/>
                  <a:pt x="5234748" y="638589"/>
                </a:cubicBezTo>
                <a:lnTo>
                  <a:pt x="67218" y="638589"/>
                </a:lnTo>
                <a:cubicBezTo>
                  <a:pt x="30094" y="638589"/>
                  <a:pt x="0" y="608494"/>
                  <a:pt x="0" y="571371"/>
                </a:cubicBezTo>
                <a:lnTo>
                  <a:pt x="0" y="67218"/>
                </a:lnTo>
                <a:cubicBezTo>
                  <a:pt x="0" y="30119"/>
                  <a:pt x="30119" y="0"/>
                  <a:pt x="6721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14286" y="1756791"/>
            <a:ext cx="5167526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@workspace /setupTests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4286" y="2025638"/>
            <a:ext cx="5159123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Khởi tạo framework (pytest/unittest)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3485" y="2428694"/>
            <a:ext cx="5301966" cy="638589"/>
          </a:xfrm>
          <a:custGeom>
            <a:avLst/>
            <a:gdLst/>
            <a:ahLst/>
            <a:cxnLst/>
            <a:rect l="l" t="t" r="r" b="b"/>
            <a:pathLst>
              <a:path w="5301966" h="638589">
                <a:moveTo>
                  <a:pt x="67218" y="0"/>
                </a:moveTo>
                <a:lnTo>
                  <a:pt x="5234748" y="0"/>
                </a:lnTo>
                <a:cubicBezTo>
                  <a:pt x="5271871" y="0"/>
                  <a:pt x="5301966" y="30094"/>
                  <a:pt x="5301966" y="67218"/>
                </a:cubicBezTo>
                <a:lnTo>
                  <a:pt x="5301966" y="571371"/>
                </a:lnTo>
                <a:cubicBezTo>
                  <a:pt x="5301966" y="608494"/>
                  <a:pt x="5271871" y="638589"/>
                  <a:pt x="5234748" y="638589"/>
                </a:cubicBezTo>
                <a:lnTo>
                  <a:pt x="67218" y="638589"/>
                </a:lnTo>
                <a:cubicBezTo>
                  <a:pt x="30094" y="638589"/>
                  <a:pt x="0" y="608494"/>
                  <a:pt x="0" y="571371"/>
                </a:cubicBezTo>
                <a:lnTo>
                  <a:pt x="0" y="67218"/>
                </a:lnTo>
                <a:cubicBezTo>
                  <a:pt x="0" y="30119"/>
                  <a:pt x="30119" y="0"/>
                  <a:pt x="6721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14286" y="2529496"/>
            <a:ext cx="5167526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@workspace /tests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4286" y="2798346"/>
            <a:ext cx="5159123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unit tests cho hàm cụ thể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3485" y="3201403"/>
            <a:ext cx="5301966" cy="638589"/>
          </a:xfrm>
          <a:custGeom>
            <a:avLst/>
            <a:gdLst/>
            <a:ahLst/>
            <a:cxnLst/>
            <a:rect l="l" t="t" r="r" b="b"/>
            <a:pathLst>
              <a:path w="5301966" h="638589">
                <a:moveTo>
                  <a:pt x="67218" y="0"/>
                </a:moveTo>
                <a:lnTo>
                  <a:pt x="5234748" y="0"/>
                </a:lnTo>
                <a:cubicBezTo>
                  <a:pt x="5271871" y="0"/>
                  <a:pt x="5301966" y="30094"/>
                  <a:pt x="5301966" y="67218"/>
                </a:cubicBezTo>
                <a:lnTo>
                  <a:pt x="5301966" y="571371"/>
                </a:lnTo>
                <a:cubicBezTo>
                  <a:pt x="5301966" y="608494"/>
                  <a:pt x="5271871" y="638589"/>
                  <a:pt x="5234748" y="638589"/>
                </a:cubicBezTo>
                <a:lnTo>
                  <a:pt x="67218" y="638589"/>
                </a:lnTo>
                <a:cubicBezTo>
                  <a:pt x="30094" y="638589"/>
                  <a:pt x="0" y="608494"/>
                  <a:pt x="0" y="571371"/>
                </a:cubicBezTo>
                <a:lnTo>
                  <a:pt x="0" y="67218"/>
                </a:lnTo>
                <a:cubicBezTo>
                  <a:pt x="0" y="30119"/>
                  <a:pt x="30119" y="0"/>
                  <a:pt x="6721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14286" y="3302204"/>
            <a:ext cx="5167526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Editor Inline Chat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4286" y="3571054"/>
            <a:ext cx="5159123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Bổ sung test case lặp đi lặp lại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0767" y="4189863"/>
            <a:ext cx="5647401" cy="2664520"/>
          </a:xfrm>
          <a:custGeom>
            <a:avLst/>
            <a:gdLst/>
            <a:ahLst/>
            <a:cxnLst/>
            <a:rect l="l" t="t" r="r" b="b"/>
            <a:pathLst>
              <a:path w="5647401" h="2664520">
                <a:moveTo>
                  <a:pt x="100825" y="0"/>
                </a:moveTo>
                <a:lnTo>
                  <a:pt x="5546575" y="0"/>
                </a:lnTo>
                <a:cubicBezTo>
                  <a:pt x="5602260" y="0"/>
                  <a:pt x="5647401" y="45141"/>
                  <a:pt x="5647401" y="100825"/>
                </a:cubicBezTo>
                <a:lnTo>
                  <a:pt x="5647401" y="2563695"/>
                </a:lnTo>
                <a:cubicBezTo>
                  <a:pt x="5647401" y="2619379"/>
                  <a:pt x="5602260" y="2664520"/>
                  <a:pt x="5546575" y="2664520"/>
                </a:cubicBezTo>
                <a:lnTo>
                  <a:pt x="100825" y="2664520"/>
                </a:lnTo>
                <a:cubicBezTo>
                  <a:pt x="45141" y="2664520"/>
                  <a:pt x="0" y="2619379"/>
                  <a:pt x="0" y="2563695"/>
                </a:cubicBezTo>
                <a:lnTo>
                  <a:pt x="0" y="100825"/>
                </a:lnTo>
                <a:cubicBezTo>
                  <a:pt x="0" y="45178"/>
                  <a:pt x="45178" y="0"/>
                  <a:pt x="10082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3485" y="4396130"/>
            <a:ext cx="210062" cy="168050"/>
          </a:xfrm>
          <a:custGeom>
            <a:avLst/>
            <a:gdLst/>
            <a:ahLst/>
            <a:cxnLst/>
            <a:rect l="l" t="t" r="r" b="b"/>
            <a:pathLst>
              <a:path w="210062" h="168050">
                <a:moveTo>
                  <a:pt x="115534" y="0"/>
                </a:moveTo>
                <a:cubicBezTo>
                  <a:pt x="115534" y="-5810"/>
                  <a:pt x="110841" y="-10503"/>
                  <a:pt x="105031" y="-10503"/>
                </a:cubicBezTo>
                <a:cubicBezTo>
                  <a:pt x="99221" y="-10503"/>
                  <a:pt x="94528" y="-5810"/>
                  <a:pt x="94528" y="0"/>
                </a:cubicBezTo>
                <a:lnTo>
                  <a:pt x="94528" y="21006"/>
                </a:lnTo>
                <a:lnTo>
                  <a:pt x="63019" y="21006"/>
                </a:lnTo>
                <a:cubicBezTo>
                  <a:pt x="45623" y="21006"/>
                  <a:pt x="31509" y="35120"/>
                  <a:pt x="31509" y="52516"/>
                </a:cubicBezTo>
                <a:lnTo>
                  <a:pt x="31509" y="126037"/>
                </a:lnTo>
                <a:cubicBezTo>
                  <a:pt x="31509" y="143433"/>
                  <a:pt x="45623" y="157547"/>
                  <a:pt x="63019" y="157547"/>
                </a:cubicBezTo>
                <a:lnTo>
                  <a:pt x="147043" y="157547"/>
                </a:lnTo>
                <a:cubicBezTo>
                  <a:pt x="164439" y="157547"/>
                  <a:pt x="178553" y="143433"/>
                  <a:pt x="178553" y="126037"/>
                </a:cubicBezTo>
                <a:lnTo>
                  <a:pt x="178553" y="52516"/>
                </a:lnTo>
                <a:cubicBezTo>
                  <a:pt x="178553" y="35120"/>
                  <a:pt x="164439" y="21006"/>
                  <a:pt x="147043" y="21006"/>
                </a:cubicBezTo>
                <a:lnTo>
                  <a:pt x="115534" y="21006"/>
                </a:lnTo>
                <a:lnTo>
                  <a:pt x="115534" y="0"/>
                </a:lnTo>
                <a:close/>
                <a:moveTo>
                  <a:pt x="52516" y="120786"/>
                </a:moveTo>
                <a:cubicBezTo>
                  <a:pt x="52516" y="116420"/>
                  <a:pt x="56027" y="112908"/>
                  <a:pt x="60393" y="112908"/>
                </a:cubicBezTo>
                <a:lnTo>
                  <a:pt x="70896" y="112908"/>
                </a:lnTo>
                <a:cubicBezTo>
                  <a:pt x="75261" y="112908"/>
                  <a:pt x="78773" y="116420"/>
                  <a:pt x="78773" y="120786"/>
                </a:cubicBezTo>
                <a:cubicBezTo>
                  <a:pt x="78773" y="125151"/>
                  <a:pt x="75261" y="128663"/>
                  <a:pt x="70896" y="128663"/>
                </a:cubicBezTo>
                <a:lnTo>
                  <a:pt x="60393" y="128663"/>
                </a:lnTo>
                <a:cubicBezTo>
                  <a:pt x="56027" y="128663"/>
                  <a:pt x="52516" y="125151"/>
                  <a:pt x="52516" y="120786"/>
                </a:cubicBezTo>
                <a:close/>
                <a:moveTo>
                  <a:pt x="91902" y="120786"/>
                </a:moveTo>
                <a:cubicBezTo>
                  <a:pt x="91902" y="116420"/>
                  <a:pt x="95414" y="112908"/>
                  <a:pt x="99779" y="112908"/>
                </a:cubicBezTo>
                <a:lnTo>
                  <a:pt x="110283" y="112908"/>
                </a:lnTo>
                <a:cubicBezTo>
                  <a:pt x="114648" y="112908"/>
                  <a:pt x="118160" y="116420"/>
                  <a:pt x="118160" y="120786"/>
                </a:cubicBezTo>
                <a:cubicBezTo>
                  <a:pt x="118160" y="125151"/>
                  <a:pt x="114648" y="128663"/>
                  <a:pt x="110283" y="128663"/>
                </a:cubicBezTo>
                <a:lnTo>
                  <a:pt x="99779" y="128663"/>
                </a:lnTo>
                <a:cubicBezTo>
                  <a:pt x="95414" y="128663"/>
                  <a:pt x="91902" y="125151"/>
                  <a:pt x="91902" y="120786"/>
                </a:cubicBezTo>
                <a:close/>
                <a:moveTo>
                  <a:pt x="131289" y="120786"/>
                </a:moveTo>
                <a:cubicBezTo>
                  <a:pt x="131289" y="116420"/>
                  <a:pt x="134801" y="112908"/>
                  <a:pt x="139166" y="112908"/>
                </a:cubicBezTo>
                <a:lnTo>
                  <a:pt x="149669" y="112908"/>
                </a:lnTo>
                <a:cubicBezTo>
                  <a:pt x="154035" y="112908"/>
                  <a:pt x="157547" y="116420"/>
                  <a:pt x="157547" y="120786"/>
                </a:cubicBezTo>
                <a:cubicBezTo>
                  <a:pt x="157547" y="125151"/>
                  <a:pt x="154035" y="128663"/>
                  <a:pt x="149669" y="128663"/>
                </a:cubicBezTo>
                <a:lnTo>
                  <a:pt x="139166" y="128663"/>
                </a:lnTo>
                <a:cubicBezTo>
                  <a:pt x="134801" y="128663"/>
                  <a:pt x="131289" y="125151"/>
                  <a:pt x="131289" y="120786"/>
                </a:cubicBezTo>
                <a:close/>
                <a:moveTo>
                  <a:pt x="73522" y="57767"/>
                </a:moveTo>
                <a:cubicBezTo>
                  <a:pt x="82217" y="57767"/>
                  <a:pt x="89276" y="64826"/>
                  <a:pt x="89276" y="73522"/>
                </a:cubicBezTo>
                <a:cubicBezTo>
                  <a:pt x="89276" y="82217"/>
                  <a:pt x="82217" y="89276"/>
                  <a:pt x="73522" y="89276"/>
                </a:cubicBezTo>
                <a:cubicBezTo>
                  <a:pt x="64826" y="89276"/>
                  <a:pt x="57767" y="82217"/>
                  <a:pt x="57767" y="73522"/>
                </a:cubicBezTo>
                <a:cubicBezTo>
                  <a:pt x="57767" y="64826"/>
                  <a:pt x="64826" y="57767"/>
                  <a:pt x="73522" y="57767"/>
                </a:cubicBezTo>
                <a:close/>
                <a:moveTo>
                  <a:pt x="120786" y="73522"/>
                </a:moveTo>
                <a:cubicBezTo>
                  <a:pt x="120786" y="64826"/>
                  <a:pt x="127845" y="57767"/>
                  <a:pt x="136540" y="57767"/>
                </a:cubicBezTo>
                <a:cubicBezTo>
                  <a:pt x="145236" y="57767"/>
                  <a:pt x="152295" y="64826"/>
                  <a:pt x="152295" y="73522"/>
                </a:cubicBezTo>
                <a:cubicBezTo>
                  <a:pt x="152295" y="82217"/>
                  <a:pt x="145236" y="89276"/>
                  <a:pt x="136540" y="89276"/>
                </a:cubicBezTo>
                <a:cubicBezTo>
                  <a:pt x="127845" y="89276"/>
                  <a:pt x="120786" y="82217"/>
                  <a:pt x="120786" y="73522"/>
                </a:cubicBezTo>
                <a:close/>
                <a:moveTo>
                  <a:pt x="21006" y="73522"/>
                </a:moveTo>
                <a:cubicBezTo>
                  <a:pt x="21006" y="67712"/>
                  <a:pt x="16313" y="63019"/>
                  <a:pt x="10503" y="63019"/>
                </a:cubicBezTo>
                <a:cubicBezTo>
                  <a:pt x="4694" y="63019"/>
                  <a:pt x="0" y="67712"/>
                  <a:pt x="0" y="73522"/>
                </a:cubicBezTo>
                <a:lnTo>
                  <a:pt x="0" y="105031"/>
                </a:lnTo>
                <a:cubicBezTo>
                  <a:pt x="0" y="110841"/>
                  <a:pt x="4694" y="115534"/>
                  <a:pt x="10503" y="115534"/>
                </a:cubicBezTo>
                <a:cubicBezTo>
                  <a:pt x="16313" y="115534"/>
                  <a:pt x="21006" y="110841"/>
                  <a:pt x="21006" y="105031"/>
                </a:cubicBezTo>
                <a:lnTo>
                  <a:pt x="21006" y="73522"/>
                </a:lnTo>
                <a:close/>
                <a:moveTo>
                  <a:pt x="199559" y="63019"/>
                </a:moveTo>
                <a:cubicBezTo>
                  <a:pt x="193749" y="63019"/>
                  <a:pt x="189056" y="67712"/>
                  <a:pt x="189056" y="73522"/>
                </a:cubicBezTo>
                <a:lnTo>
                  <a:pt x="189056" y="105031"/>
                </a:lnTo>
                <a:cubicBezTo>
                  <a:pt x="189056" y="110841"/>
                  <a:pt x="193749" y="115534"/>
                  <a:pt x="199559" y="115534"/>
                </a:cubicBezTo>
                <a:cubicBezTo>
                  <a:pt x="205368" y="115534"/>
                  <a:pt x="210062" y="110841"/>
                  <a:pt x="210062" y="105031"/>
                </a:cubicBezTo>
                <a:lnTo>
                  <a:pt x="210062" y="73522"/>
                </a:lnTo>
                <a:cubicBezTo>
                  <a:pt x="210062" y="67712"/>
                  <a:pt x="205368" y="63019"/>
                  <a:pt x="199559" y="6301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Text 16"/>
          <p:cNvSpPr/>
          <p:nvPr/>
        </p:nvSpPr>
        <p:spPr>
          <a:xfrm>
            <a:off x="824348" y="4362578"/>
            <a:ext cx="756223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ChatGPT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3485" y="4732086"/>
            <a:ext cx="5301966" cy="1008298"/>
          </a:xfrm>
          <a:custGeom>
            <a:avLst/>
            <a:gdLst/>
            <a:ahLst/>
            <a:cxnLst/>
            <a:rect l="l" t="t" r="r" b="b"/>
            <a:pathLst>
              <a:path w="5301966" h="1008298">
                <a:moveTo>
                  <a:pt x="67223" y="0"/>
                </a:moveTo>
                <a:lnTo>
                  <a:pt x="5234742" y="0"/>
                </a:lnTo>
                <a:cubicBezTo>
                  <a:pt x="5271869" y="0"/>
                  <a:pt x="5301966" y="30097"/>
                  <a:pt x="5301966" y="67223"/>
                </a:cubicBezTo>
                <a:lnTo>
                  <a:pt x="5301966" y="941075"/>
                </a:lnTo>
                <a:cubicBezTo>
                  <a:pt x="5301966" y="978201"/>
                  <a:pt x="5271869" y="1008298"/>
                  <a:pt x="5234742" y="1008298"/>
                </a:cubicBezTo>
                <a:lnTo>
                  <a:pt x="67223" y="1008298"/>
                </a:lnTo>
                <a:cubicBezTo>
                  <a:pt x="30097" y="1008298"/>
                  <a:pt x="0" y="978201"/>
                  <a:pt x="0" y="941075"/>
                </a:cubicBezTo>
                <a:lnTo>
                  <a:pt x="0" y="67223"/>
                </a:lnTo>
                <a:cubicBezTo>
                  <a:pt x="0" y="30122"/>
                  <a:pt x="30122" y="0"/>
                  <a:pt x="6722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14286" y="4832887"/>
            <a:ext cx="5167526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Prompt Template rõ ràng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4286" y="5101734"/>
            <a:ext cx="5100306" cy="537759"/>
          </a:xfrm>
          <a:custGeom>
            <a:avLst/>
            <a:gdLst/>
            <a:ahLst/>
            <a:cxnLst/>
            <a:rect l="l" t="t" r="r" b="b"/>
            <a:pathLst>
              <a:path w="5100306" h="537759">
                <a:moveTo>
                  <a:pt x="33610" y="0"/>
                </a:moveTo>
                <a:lnTo>
                  <a:pt x="5066696" y="0"/>
                </a:lnTo>
                <a:cubicBezTo>
                  <a:pt x="5085258" y="0"/>
                  <a:pt x="5100306" y="15048"/>
                  <a:pt x="5100306" y="33610"/>
                </a:cubicBezTo>
                <a:lnTo>
                  <a:pt x="5100306" y="504149"/>
                </a:lnTo>
                <a:cubicBezTo>
                  <a:pt x="5100306" y="522711"/>
                  <a:pt x="5085258" y="537759"/>
                  <a:pt x="5066696" y="537759"/>
                </a:cubicBezTo>
                <a:lnTo>
                  <a:pt x="33610" y="537759"/>
                </a:lnTo>
                <a:cubicBezTo>
                  <a:pt x="15048" y="537759"/>
                  <a:pt x="0" y="522711"/>
                  <a:pt x="0" y="504149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1A1D24">
              <a:alpha val="7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14286" y="5101734"/>
            <a:ext cx="5150721" cy="537759"/>
          </a:xfrm>
          <a:prstGeom prst="rect">
            <a:avLst/>
          </a:prstGeom>
          <a:noFill/>
          <a:ln/>
        </p:spPr>
        <p:txBody>
          <a:bodyPr wrap="square" lIns="67220" tIns="67220" rIns="67220" bIns="67220" rtlCol="0" anchor="ctr"/>
          <a:lstStyle/>
          <a:p>
            <a:pPr>
              <a:lnSpc>
                <a:spcPct val="110000"/>
              </a:lnSpc>
            </a:pPr>
            <a:r>
              <a:rPr lang="en-US" sz="79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CONTEXT: [File Python]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79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TASK: Generate unit tests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79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FUNCTION: [Tên hàm]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3485" y="5840598"/>
            <a:ext cx="5301966" cy="840248"/>
          </a:xfrm>
          <a:custGeom>
            <a:avLst/>
            <a:gdLst/>
            <a:ahLst/>
            <a:cxnLst/>
            <a:rect l="l" t="t" r="r" b="b"/>
            <a:pathLst>
              <a:path w="5301966" h="840248">
                <a:moveTo>
                  <a:pt x="67220" y="0"/>
                </a:moveTo>
                <a:lnTo>
                  <a:pt x="5234746" y="0"/>
                </a:lnTo>
                <a:cubicBezTo>
                  <a:pt x="5271870" y="0"/>
                  <a:pt x="5301966" y="30095"/>
                  <a:pt x="5301966" y="67220"/>
                </a:cubicBezTo>
                <a:lnTo>
                  <a:pt x="5301966" y="773028"/>
                </a:lnTo>
                <a:cubicBezTo>
                  <a:pt x="5301966" y="810153"/>
                  <a:pt x="5271870" y="840248"/>
                  <a:pt x="5234746" y="840248"/>
                </a:cubicBezTo>
                <a:lnTo>
                  <a:pt x="67220" y="840248"/>
                </a:lnTo>
                <a:cubicBezTo>
                  <a:pt x="30095" y="840248"/>
                  <a:pt x="0" y="810153"/>
                  <a:pt x="0" y="773028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14286" y="5941399"/>
            <a:ext cx="5167526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Ưu điểm của ChatGPT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4286" y="6210250"/>
            <a:ext cx="5159123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Giải thích lý do test thất bại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4286" y="6411704"/>
            <a:ext cx="5159123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Đề xuất mã sửa lỗi trực tiếp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00039" y="1113767"/>
            <a:ext cx="5647401" cy="2496470"/>
          </a:xfrm>
          <a:custGeom>
            <a:avLst/>
            <a:gdLst/>
            <a:ahLst/>
            <a:cxnLst/>
            <a:rect l="l" t="t" r="r" b="b"/>
            <a:pathLst>
              <a:path w="5647401" h="2496470">
                <a:moveTo>
                  <a:pt x="100832" y="0"/>
                </a:moveTo>
                <a:lnTo>
                  <a:pt x="5546568" y="0"/>
                </a:lnTo>
                <a:cubicBezTo>
                  <a:pt x="5602257" y="0"/>
                  <a:pt x="5647401" y="45144"/>
                  <a:pt x="5647401" y="100832"/>
                </a:cubicBezTo>
                <a:lnTo>
                  <a:pt x="5647401" y="2395638"/>
                </a:lnTo>
                <a:cubicBezTo>
                  <a:pt x="5647401" y="2451326"/>
                  <a:pt x="5602257" y="2496470"/>
                  <a:pt x="5546568" y="2496470"/>
                </a:cubicBezTo>
                <a:lnTo>
                  <a:pt x="100832" y="2496470"/>
                </a:lnTo>
                <a:cubicBezTo>
                  <a:pt x="45144" y="2496470"/>
                  <a:pt x="0" y="2451326"/>
                  <a:pt x="0" y="2395638"/>
                </a:cubicBezTo>
                <a:lnTo>
                  <a:pt x="0" y="100832"/>
                </a:lnTo>
                <a:cubicBezTo>
                  <a:pt x="0" y="45182"/>
                  <a:pt x="45182" y="0"/>
                  <a:pt x="100832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4111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14770" y="1320035"/>
            <a:ext cx="126037" cy="168050"/>
          </a:xfrm>
          <a:custGeom>
            <a:avLst/>
            <a:gdLst/>
            <a:ahLst/>
            <a:cxnLst/>
            <a:rect l="l" t="t" r="r" b="b"/>
            <a:pathLst>
              <a:path w="126037" h="168050">
                <a:moveTo>
                  <a:pt x="102208" y="10503"/>
                </a:moveTo>
                <a:lnTo>
                  <a:pt x="105031" y="10503"/>
                </a:lnTo>
                <a:cubicBezTo>
                  <a:pt x="116617" y="10503"/>
                  <a:pt x="126037" y="19923"/>
                  <a:pt x="126037" y="31509"/>
                </a:cubicBezTo>
                <a:lnTo>
                  <a:pt x="126037" y="147043"/>
                </a:lnTo>
                <a:cubicBezTo>
                  <a:pt x="126037" y="158630"/>
                  <a:pt x="116617" y="168050"/>
                  <a:pt x="105031" y="168050"/>
                </a:cubicBezTo>
                <a:lnTo>
                  <a:pt x="21006" y="168050"/>
                </a:lnTo>
                <a:cubicBezTo>
                  <a:pt x="9420" y="168050"/>
                  <a:pt x="0" y="158630"/>
                  <a:pt x="0" y="147043"/>
                </a:cubicBezTo>
                <a:lnTo>
                  <a:pt x="0" y="31509"/>
                </a:lnTo>
                <a:cubicBezTo>
                  <a:pt x="0" y="19923"/>
                  <a:pt x="9420" y="10503"/>
                  <a:pt x="21006" y="10503"/>
                </a:cubicBezTo>
                <a:lnTo>
                  <a:pt x="23829" y="10503"/>
                </a:lnTo>
                <a:cubicBezTo>
                  <a:pt x="27439" y="4234"/>
                  <a:pt x="34234" y="0"/>
                  <a:pt x="42012" y="0"/>
                </a:cubicBezTo>
                <a:lnTo>
                  <a:pt x="84025" y="0"/>
                </a:lnTo>
                <a:cubicBezTo>
                  <a:pt x="91804" y="0"/>
                  <a:pt x="98598" y="4234"/>
                  <a:pt x="102208" y="10503"/>
                </a:cubicBezTo>
                <a:close/>
                <a:moveTo>
                  <a:pt x="81399" y="36761"/>
                </a:moveTo>
                <a:cubicBezTo>
                  <a:pt x="85764" y="36761"/>
                  <a:pt x="89276" y="33249"/>
                  <a:pt x="89276" y="28884"/>
                </a:cubicBezTo>
                <a:cubicBezTo>
                  <a:pt x="89276" y="24518"/>
                  <a:pt x="85764" y="21006"/>
                  <a:pt x="81399" y="21006"/>
                </a:cubicBezTo>
                <a:lnTo>
                  <a:pt x="44638" y="21006"/>
                </a:lnTo>
                <a:cubicBezTo>
                  <a:pt x="40273" y="21006"/>
                  <a:pt x="36761" y="24518"/>
                  <a:pt x="36761" y="28884"/>
                </a:cubicBezTo>
                <a:cubicBezTo>
                  <a:pt x="36761" y="33249"/>
                  <a:pt x="40273" y="36761"/>
                  <a:pt x="44638" y="36761"/>
                </a:cubicBezTo>
                <a:lnTo>
                  <a:pt x="81399" y="36761"/>
                </a:lnTo>
                <a:close/>
                <a:moveTo>
                  <a:pt x="90721" y="85567"/>
                </a:moveTo>
                <a:cubicBezTo>
                  <a:pt x="93018" y="81891"/>
                  <a:pt x="91902" y="77034"/>
                  <a:pt x="88226" y="74703"/>
                </a:cubicBezTo>
                <a:cubicBezTo>
                  <a:pt x="84550" y="72373"/>
                  <a:pt x="79692" y="73522"/>
                  <a:pt x="77362" y="77198"/>
                </a:cubicBezTo>
                <a:lnTo>
                  <a:pt x="57209" y="109462"/>
                </a:lnTo>
                <a:lnTo>
                  <a:pt x="48347" y="97646"/>
                </a:lnTo>
                <a:cubicBezTo>
                  <a:pt x="45721" y="94167"/>
                  <a:pt x="40798" y="93445"/>
                  <a:pt x="37319" y="96071"/>
                </a:cubicBezTo>
                <a:cubicBezTo>
                  <a:pt x="33840" y="98696"/>
                  <a:pt x="33118" y="103620"/>
                  <a:pt x="35743" y="107099"/>
                </a:cubicBezTo>
                <a:lnTo>
                  <a:pt x="51498" y="128105"/>
                </a:lnTo>
                <a:cubicBezTo>
                  <a:pt x="53041" y="130173"/>
                  <a:pt x="55535" y="131354"/>
                  <a:pt x="58128" y="131256"/>
                </a:cubicBezTo>
                <a:cubicBezTo>
                  <a:pt x="60721" y="131157"/>
                  <a:pt x="63084" y="129779"/>
                  <a:pt x="64463" y="127547"/>
                </a:cubicBezTo>
                <a:lnTo>
                  <a:pt x="90721" y="8553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9" name="Text 27"/>
          <p:cNvSpPr/>
          <p:nvPr/>
        </p:nvSpPr>
        <p:spPr>
          <a:xfrm>
            <a:off x="6683620" y="1286482"/>
            <a:ext cx="2235060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Quy trình tạo Test với Copilot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72757" y="1655990"/>
            <a:ext cx="268879" cy="268879"/>
          </a:xfrm>
          <a:custGeom>
            <a:avLst/>
            <a:gdLst/>
            <a:ahLst/>
            <a:cxnLst/>
            <a:rect l="l" t="t" r="r" b="b"/>
            <a:pathLst>
              <a:path w="268879" h="268879">
                <a:moveTo>
                  <a:pt x="134440" y="0"/>
                </a:moveTo>
                <a:lnTo>
                  <a:pt x="134440" y="0"/>
                </a:lnTo>
                <a:cubicBezTo>
                  <a:pt x="208689" y="0"/>
                  <a:pt x="268879" y="60191"/>
                  <a:pt x="268879" y="134440"/>
                </a:cubicBezTo>
                <a:lnTo>
                  <a:pt x="268879" y="134440"/>
                </a:lnTo>
                <a:cubicBezTo>
                  <a:pt x="268879" y="208689"/>
                  <a:pt x="208689" y="268879"/>
                  <a:pt x="134440" y="268879"/>
                </a:cubicBezTo>
                <a:lnTo>
                  <a:pt x="134440" y="268879"/>
                </a:lnTo>
                <a:cubicBezTo>
                  <a:pt x="60191" y="268879"/>
                  <a:pt x="0" y="208689"/>
                  <a:pt x="0" y="134440"/>
                </a:cubicBezTo>
                <a:lnTo>
                  <a:pt x="0" y="134440"/>
                </a:lnTo>
                <a:cubicBezTo>
                  <a:pt x="0" y="60191"/>
                  <a:pt x="60191" y="0"/>
                  <a:pt x="13444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88437" y="1706463"/>
            <a:ext cx="92427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42408" y="1655990"/>
            <a:ext cx="1478837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Phân tích hàm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42408" y="1857736"/>
            <a:ext cx="1470434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Copilot đọc context và logic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72757" y="2126439"/>
            <a:ext cx="268879" cy="268879"/>
          </a:xfrm>
          <a:custGeom>
            <a:avLst/>
            <a:gdLst/>
            <a:ahLst/>
            <a:cxnLst/>
            <a:rect l="l" t="t" r="r" b="b"/>
            <a:pathLst>
              <a:path w="268879" h="268879">
                <a:moveTo>
                  <a:pt x="134440" y="0"/>
                </a:moveTo>
                <a:lnTo>
                  <a:pt x="134440" y="0"/>
                </a:lnTo>
                <a:cubicBezTo>
                  <a:pt x="208689" y="0"/>
                  <a:pt x="268879" y="60191"/>
                  <a:pt x="268879" y="134440"/>
                </a:cubicBezTo>
                <a:lnTo>
                  <a:pt x="268879" y="134440"/>
                </a:lnTo>
                <a:cubicBezTo>
                  <a:pt x="268879" y="208689"/>
                  <a:pt x="208689" y="268879"/>
                  <a:pt x="134440" y="268879"/>
                </a:cubicBezTo>
                <a:lnTo>
                  <a:pt x="134440" y="268879"/>
                </a:lnTo>
                <a:cubicBezTo>
                  <a:pt x="60191" y="268879"/>
                  <a:pt x="0" y="208689"/>
                  <a:pt x="0" y="134440"/>
                </a:cubicBezTo>
                <a:lnTo>
                  <a:pt x="0" y="134440"/>
                </a:lnTo>
                <a:cubicBezTo>
                  <a:pt x="0" y="60191"/>
                  <a:pt x="60191" y="0"/>
                  <a:pt x="13444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77205" y="2176915"/>
            <a:ext cx="117635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42408" y="2126439"/>
            <a:ext cx="1663691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Tạo Test Plan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42408" y="2328189"/>
            <a:ext cx="1655289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Liệt kê các trường hợp cần test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72757" y="2596892"/>
            <a:ext cx="268879" cy="268879"/>
          </a:xfrm>
          <a:custGeom>
            <a:avLst/>
            <a:gdLst/>
            <a:ahLst/>
            <a:cxnLst/>
            <a:rect l="l" t="t" r="r" b="b"/>
            <a:pathLst>
              <a:path w="268879" h="268879">
                <a:moveTo>
                  <a:pt x="134440" y="0"/>
                </a:moveTo>
                <a:lnTo>
                  <a:pt x="134440" y="0"/>
                </a:lnTo>
                <a:cubicBezTo>
                  <a:pt x="208689" y="0"/>
                  <a:pt x="268879" y="60191"/>
                  <a:pt x="268879" y="134440"/>
                </a:cubicBezTo>
                <a:lnTo>
                  <a:pt x="268879" y="134440"/>
                </a:lnTo>
                <a:cubicBezTo>
                  <a:pt x="268879" y="208689"/>
                  <a:pt x="208689" y="268879"/>
                  <a:pt x="134440" y="268879"/>
                </a:cubicBezTo>
                <a:lnTo>
                  <a:pt x="134440" y="268879"/>
                </a:lnTo>
                <a:cubicBezTo>
                  <a:pt x="60191" y="268879"/>
                  <a:pt x="0" y="208689"/>
                  <a:pt x="0" y="134440"/>
                </a:cubicBezTo>
                <a:lnTo>
                  <a:pt x="0" y="134440"/>
                </a:lnTo>
                <a:cubicBezTo>
                  <a:pt x="0" y="60191"/>
                  <a:pt x="60191" y="0"/>
                  <a:pt x="13444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75600" y="2647364"/>
            <a:ext cx="126037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42408" y="2596892"/>
            <a:ext cx="1361202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Viết code test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42408" y="2798638"/>
            <a:ext cx="1352799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Tạo mã kiểm thử tự động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72757" y="3067345"/>
            <a:ext cx="268879" cy="268879"/>
          </a:xfrm>
          <a:custGeom>
            <a:avLst/>
            <a:gdLst/>
            <a:ahLst/>
            <a:cxnLst/>
            <a:rect l="l" t="t" r="r" b="b"/>
            <a:pathLst>
              <a:path w="268879" h="268879">
                <a:moveTo>
                  <a:pt x="134440" y="0"/>
                </a:moveTo>
                <a:lnTo>
                  <a:pt x="134440" y="0"/>
                </a:lnTo>
                <a:cubicBezTo>
                  <a:pt x="208689" y="0"/>
                  <a:pt x="268879" y="60191"/>
                  <a:pt x="268879" y="134440"/>
                </a:cubicBezTo>
                <a:lnTo>
                  <a:pt x="268879" y="134440"/>
                </a:lnTo>
                <a:cubicBezTo>
                  <a:pt x="268879" y="208689"/>
                  <a:pt x="208689" y="268879"/>
                  <a:pt x="134440" y="268879"/>
                </a:cubicBezTo>
                <a:lnTo>
                  <a:pt x="134440" y="268879"/>
                </a:lnTo>
                <a:cubicBezTo>
                  <a:pt x="60191" y="268879"/>
                  <a:pt x="0" y="208689"/>
                  <a:pt x="0" y="134440"/>
                </a:cubicBezTo>
                <a:lnTo>
                  <a:pt x="0" y="134440"/>
                </a:lnTo>
                <a:cubicBezTo>
                  <a:pt x="0" y="60191"/>
                  <a:pt x="60191" y="0"/>
                  <a:pt x="13444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77205" y="3117817"/>
            <a:ext cx="117635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42408" y="3067345"/>
            <a:ext cx="1352799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Chỉnh sửa lặp lại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42408" y="3269090"/>
            <a:ext cx="1344397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Bổ sung test case đặc thù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00039" y="3787097"/>
            <a:ext cx="5647401" cy="3067839"/>
          </a:xfrm>
          <a:custGeom>
            <a:avLst/>
            <a:gdLst/>
            <a:ahLst/>
            <a:cxnLst/>
            <a:rect l="l" t="t" r="r" b="b"/>
            <a:pathLst>
              <a:path w="5647401" h="3067839">
                <a:moveTo>
                  <a:pt x="100840" y="0"/>
                </a:moveTo>
                <a:lnTo>
                  <a:pt x="5546561" y="0"/>
                </a:lnTo>
                <a:cubicBezTo>
                  <a:pt x="5602253" y="0"/>
                  <a:pt x="5647401" y="45148"/>
                  <a:pt x="5647401" y="100840"/>
                </a:cubicBezTo>
                <a:lnTo>
                  <a:pt x="5647401" y="2966999"/>
                </a:lnTo>
                <a:cubicBezTo>
                  <a:pt x="5647401" y="3022692"/>
                  <a:pt x="5602253" y="3067839"/>
                  <a:pt x="5546561" y="3067839"/>
                </a:cubicBezTo>
                <a:lnTo>
                  <a:pt x="100840" y="3067839"/>
                </a:lnTo>
                <a:cubicBezTo>
                  <a:pt x="45148" y="3067839"/>
                  <a:pt x="0" y="3022692"/>
                  <a:pt x="0" y="2966999"/>
                </a:cubicBezTo>
                <a:lnTo>
                  <a:pt x="0" y="100840"/>
                </a:lnTo>
                <a:cubicBezTo>
                  <a:pt x="0" y="45148"/>
                  <a:pt x="45148" y="0"/>
                  <a:pt x="10084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93763" y="3993365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84025" y="0"/>
                </a:moveTo>
                <a:cubicBezTo>
                  <a:pt x="88850" y="0"/>
                  <a:pt x="93281" y="2659"/>
                  <a:pt x="95578" y="6893"/>
                </a:cubicBezTo>
                <a:lnTo>
                  <a:pt x="166474" y="138181"/>
                </a:lnTo>
                <a:cubicBezTo>
                  <a:pt x="168673" y="142251"/>
                  <a:pt x="168575" y="147175"/>
                  <a:pt x="166212" y="151146"/>
                </a:cubicBezTo>
                <a:cubicBezTo>
                  <a:pt x="163848" y="155118"/>
                  <a:pt x="159549" y="157547"/>
                  <a:pt x="154921" y="157547"/>
                </a:cubicBezTo>
                <a:lnTo>
                  <a:pt x="13129" y="157547"/>
                </a:lnTo>
                <a:cubicBezTo>
                  <a:pt x="8501" y="157547"/>
                  <a:pt x="4234" y="155118"/>
                  <a:pt x="1838" y="151146"/>
                </a:cubicBezTo>
                <a:cubicBezTo>
                  <a:pt x="-558" y="147175"/>
                  <a:pt x="-624" y="142251"/>
                  <a:pt x="1575" y="138181"/>
                </a:cubicBezTo>
                <a:lnTo>
                  <a:pt x="72471" y="6893"/>
                </a:lnTo>
                <a:cubicBezTo>
                  <a:pt x="74769" y="2659"/>
                  <a:pt x="79200" y="0"/>
                  <a:pt x="84025" y="0"/>
                </a:cubicBezTo>
                <a:close/>
                <a:moveTo>
                  <a:pt x="84025" y="55141"/>
                </a:moveTo>
                <a:cubicBezTo>
                  <a:pt x="79659" y="55141"/>
                  <a:pt x="76147" y="58653"/>
                  <a:pt x="76147" y="63019"/>
                </a:cubicBezTo>
                <a:lnTo>
                  <a:pt x="76147" y="99779"/>
                </a:lnTo>
                <a:cubicBezTo>
                  <a:pt x="76147" y="104145"/>
                  <a:pt x="79659" y="107657"/>
                  <a:pt x="84025" y="107657"/>
                </a:cubicBezTo>
                <a:cubicBezTo>
                  <a:pt x="88390" y="107657"/>
                  <a:pt x="91902" y="104145"/>
                  <a:pt x="91902" y="99779"/>
                </a:cubicBezTo>
                <a:lnTo>
                  <a:pt x="91902" y="63019"/>
                </a:lnTo>
                <a:cubicBezTo>
                  <a:pt x="91902" y="58653"/>
                  <a:pt x="88390" y="55141"/>
                  <a:pt x="84025" y="55141"/>
                </a:cubicBezTo>
                <a:close/>
                <a:moveTo>
                  <a:pt x="92788" y="126037"/>
                </a:moveTo>
                <a:cubicBezTo>
                  <a:pt x="92988" y="122784"/>
                  <a:pt x="91365" y="119689"/>
                  <a:pt x="88577" y="118003"/>
                </a:cubicBezTo>
                <a:cubicBezTo>
                  <a:pt x="85788" y="116316"/>
                  <a:pt x="82294" y="116316"/>
                  <a:pt x="79506" y="118003"/>
                </a:cubicBezTo>
                <a:cubicBezTo>
                  <a:pt x="76717" y="119689"/>
                  <a:pt x="75095" y="122784"/>
                  <a:pt x="75294" y="126037"/>
                </a:cubicBezTo>
                <a:cubicBezTo>
                  <a:pt x="75095" y="129290"/>
                  <a:pt x="76717" y="132385"/>
                  <a:pt x="79506" y="134072"/>
                </a:cubicBezTo>
                <a:cubicBezTo>
                  <a:pt x="82294" y="135758"/>
                  <a:pt x="85788" y="135758"/>
                  <a:pt x="88577" y="134072"/>
                </a:cubicBezTo>
                <a:cubicBezTo>
                  <a:pt x="91365" y="132385"/>
                  <a:pt x="92988" y="129290"/>
                  <a:pt x="92788" y="12603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8" name="Text 46"/>
          <p:cNvSpPr/>
          <p:nvPr/>
        </p:nvSpPr>
        <p:spPr>
          <a:xfrm>
            <a:off x="6683620" y="3959817"/>
            <a:ext cx="1344397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Lưu ý quan trọng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77425" y="4333989"/>
            <a:ext cx="5294497" cy="950414"/>
          </a:xfrm>
          <a:custGeom>
            <a:avLst/>
            <a:gdLst/>
            <a:ahLst/>
            <a:cxnLst/>
            <a:rect l="l" t="t" r="r" b="b"/>
            <a:pathLst>
              <a:path w="5294497" h="950414">
                <a:moveTo>
                  <a:pt x="67223" y="0"/>
                </a:moveTo>
                <a:lnTo>
                  <a:pt x="5227274" y="0"/>
                </a:lnTo>
                <a:cubicBezTo>
                  <a:pt x="5264400" y="0"/>
                  <a:pt x="5294497" y="30097"/>
                  <a:pt x="5294497" y="67223"/>
                </a:cubicBezTo>
                <a:lnTo>
                  <a:pt x="5294497" y="883191"/>
                </a:lnTo>
                <a:cubicBezTo>
                  <a:pt x="5294497" y="920317"/>
                  <a:pt x="5264400" y="950414"/>
                  <a:pt x="5227274" y="950414"/>
                </a:cubicBezTo>
                <a:lnTo>
                  <a:pt x="67223" y="950414"/>
                </a:lnTo>
                <a:cubicBezTo>
                  <a:pt x="30097" y="950414"/>
                  <a:pt x="0" y="920317"/>
                  <a:pt x="0" y="883191"/>
                </a:cubicBezTo>
                <a:lnTo>
                  <a:pt x="0" y="67223"/>
                </a:lnTo>
                <a:cubicBezTo>
                  <a:pt x="0" y="30097"/>
                  <a:pt x="30097" y="0"/>
                  <a:pt x="67223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14111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16445" y="4473008"/>
            <a:ext cx="5083501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có thể mắc sai lầm logic!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543753" y="4775411"/>
            <a:ext cx="88226" cy="117635"/>
          </a:xfrm>
          <a:custGeom>
            <a:avLst/>
            <a:gdLst/>
            <a:ahLst/>
            <a:cxnLst/>
            <a:rect l="l" t="t" r="r" b="b"/>
            <a:pathLst>
              <a:path w="88226" h="117635">
                <a:moveTo>
                  <a:pt x="12660" y="16864"/>
                </a:moveTo>
                <a:cubicBezTo>
                  <a:pt x="9788" y="13992"/>
                  <a:pt x="5124" y="13992"/>
                  <a:pt x="2252" y="16864"/>
                </a:cubicBezTo>
                <a:cubicBezTo>
                  <a:pt x="-620" y="19736"/>
                  <a:pt x="-620" y="24400"/>
                  <a:pt x="2252" y="27272"/>
                </a:cubicBezTo>
                <a:lnTo>
                  <a:pt x="33820" y="58817"/>
                </a:lnTo>
                <a:lnTo>
                  <a:pt x="2275" y="90386"/>
                </a:lnTo>
                <a:cubicBezTo>
                  <a:pt x="-597" y="93258"/>
                  <a:pt x="-597" y="97922"/>
                  <a:pt x="2275" y="100794"/>
                </a:cubicBezTo>
                <a:cubicBezTo>
                  <a:pt x="5147" y="103666"/>
                  <a:pt x="9811" y="103666"/>
                  <a:pt x="12682" y="100794"/>
                </a:cubicBezTo>
                <a:lnTo>
                  <a:pt x="44228" y="69225"/>
                </a:lnTo>
                <a:lnTo>
                  <a:pt x="75796" y="100771"/>
                </a:lnTo>
                <a:cubicBezTo>
                  <a:pt x="78668" y="103643"/>
                  <a:pt x="83332" y="103643"/>
                  <a:pt x="86204" y="100771"/>
                </a:cubicBezTo>
                <a:cubicBezTo>
                  <a:pt x="89076" y="97899"/>
                  <a:pt x="89076" y="93235"/>
                  <a:pt x="86204" y="90363"/>
                </a:cubicBezTo>
                <a:lnTo>
                  <a:pt x="54636" y="58817"/>
                </a:lnTo>
                <a:lnTo>
                  <a:pt x="86181" y="27249"/>
                </a:lnTo>
                <a:cubicBezTo>
                  <a:pt x="89053" y="24377"/>
                  <a:pt x="89053" y="19713"/>
                  <a:pt x="86181" y="16841"/>
                </a:cubicBezTo>
                <a:cubicBezTo>
                  <a:pt x="83309" y="13969"/>
                  <a:pt x="78645" y="13969"/>
                  <a:pt x="75773" y="16841"/>
                </a:cubicBezTo>
                <a:lnTo>
                  <a:pt x="44228" y="48409"/>
                </a:lnTo>
                <a:lnTo>
                  <a:pt x="12660" y="16864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52" name="Text 50"/>
          <p:cNvSpPr/>
          <p:nvPr/>
        </p:nvSpPr>
        <p:spPr>
          <a:xfrm>
            <a:off x="6730446" y="4741859"/>
            <a:ext cx="1781326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Hiểu sai ngữ nghĩa ký hiệu ($ vs s)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543753" y="5010418"/>
            <a:ext cx="88226" cy="117635"/>
          </a:xfrm>
          <a:custGeom>
            <a:avLst/>
            <a:gdLst/>
            <a:ahLst/>
            <a:cxnLst/>
            <a:rect l="l" t="t" r="r" b="b"/>
            <a:pathLst>
              <a:path w="88226" h="117635">
                <a:moveTo>
                  <a:pt x="12660" y="16864"/>
                </a:moveTo>
                <a:cubicBezTo>
                  <a:pt x="9788" y="13992"/>
                  <a:pt x="5124" y="13992"/>
                  <a:pt x="2252" y="16864"/>
                </a:cubicBezTo>
                <a:cubicBezTo>
                  <a:pt x="-620" y="19736"/>
                  <a:pt x="-620" y="24400"/>
                  <a:pt x="2252" y="27272"/>
                </a:cubicBezTo>
                <a:lnTo>
                  <a:pt x="33820" y="58817"/>
                </a:lnTo>
                <a:lnTo>
                  <a:pt x="2275" y="90386"/>
                </a:lnTo>
                <a:cubicBezTo>
                  <a:pt x="-597" y="93258"/>
                  <a:pt x="-597" y="97922"/>
                  <a:pt x="2275" y="100794"/>
                </a:cubicBezTo>
                <a:cubicBezTo>
                  <a:pt x="5147" y="103666"/>
                  <a:pt x="9811" y="103666"/>
                  <a:pt x="12682" y="100794"/>
                </a:cubicBezTo>
                <a:lnTo>
                  <a:pt x="44228" y="69225"/>
                </a:lnTo>
                <a:lnTo>
                  <a:pt x="75796" y="100771"/>
                </a:lnTo>
                <a:cubicBezTo>
                  <a:pt x="78668" y="103643"/>
                  <a:pt x="83332" y="103643"/>
                  <a:pt x="86204" y="100771"/>
                </a:cubicBezTo>
                <a:cubicBezTo>
                  <a:pt x="89076" y="97899"/>
                  <a:pt x="89076" y="93235"/>
                  <a:pt x="86204" y="90363"/>
                </a:cubicBezTo>
                <a:lnTo>
                  <a:pt x="54636" y="58817"/>
                </a:lnTo>
                <a:lnTo>
                  <a:pt x="86181" y="27249"/>
                </a:lnTo>
                <a:cubicBezTo>
                  <a:pt x="89053" y="24377"/>
                  <a:pt x="89053" y="19713"/>
                  <a:pt x="86181" y="16841"/>
                </a:cubicBezTo>
                <a:cubicBezTo>
                  <a:pt x="83309" y="13969"/>
                  <a:pt x="78645" y="13969"/>
                  <a:pt x="75773" y="16841"/>
                </a:cubicBezTo>
                <a:lnTo>
                  <a:pt x="44228" y="48409"/>
                </a:lnTo>
                <a:lnTo>
                  <a:pt x="12660" y="16864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54" name="Text 52"/>
          <p:cNvSpPr/>
          <p:nvPr/>
        </p:nvSpPr>
        <p:spPr>
          <a:xfrm>
            <a:off x="6730446" y="4976866"/>
            <a:ext cx="1478837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Tạo test dư thừa hoặc thiếu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77425" y="5427477"/>
            <a:ext cx="5294497" cy="412655"/>
          </a:xfrm>
          <a:custGeom>
            <a:avLst/>
            <a:gdLst/>
            <a:ahLst/>
            <a:cxnLst/>
            <a:rect l="l" t="t" r="r" b="b"/>
            <a:pathLst>
              <a:path w="5294497" h="412655">
                <a:moveTo>
                  <a:pt x="67222" y="0"/>
                </a:moveTo>
                <a:lnTo>
                  <a:pt x="5227275" y="0"/>
                </a:lnTo>
                <a:cubicBezTo>
                  <a:pt x="5264401" y="0"/>
                  <a:pt x="5294497" y="30096"/>
                  <a:pt x="5294497" y="67222"/>
                </a:cubicBezTo>
                <a:lnTo>
                  <a:pt x="5294497" y="345434"/>
                </a:lnTo>
                <a:cubicBezTo>
                  <a:pt x="5294497" y="382559"/>
                  <a:pt x="5264401" y="412655"/>
                  <a:pt x="5227275" y="412655"/>
                </a:cubicBezTo>
                <a:lnTo>
                  <a:pt x="67222" y="412655"/>
                </a:lnTo>
                <a:cubicBezTo>
                  <a:pt x="30121" y="412655"/>
                  <a:pt x="0" y="382534"/>
                  <a:pt x="0" y="345434"/>
                </a:cubicBezTo>
                <a:lnTo>
                  <a:pt x="0" y="67222"/>
                </a:lnTo>
                <a:cubicBezTo>
                  <a:pt x="0" y="30121"/>
                  <a:pt x="30121" y="0"/>
                  <a:pt x="6722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4111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49284" y="5532948"/>
            <a:ext cx="5150721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9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Kiểm tra chéo bắt buộc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736" y="329736"/>
            <a:ext cx="1159847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spc="52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2: UNIT TESTING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9736" y="593497"/>
            <a:ext cx="11680909" cy="32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37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 Tests và TDD với GenAI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4316" y="1092681"/>
            <a:ext cx="5655894" cy="3207602"/>
          </a:xfrm>
          <a:custGeom>
            <a:avLst/>
            <a:gdLst/>
            <a:ahLst/>
            <a:cxnLst/>
            <a:rect l="l" t="t" r="r" b="b"/>
            <a:pathLst>
              <a:path w="5655894" h="3207602">
                <a:moveTo>
                  <a:pt x="98922" y="0"/>
                </a:moveTo>
                <a:lnTo>
                  <a:pt x="5556971" y="0"/>
                </a:lnTo>
                <a:cubicBezTo>
                  <a:pt x="5611605" y="0"/>
                  <a:pt x="5655894" y="44289"/>
                  <a:pt x="5655894" y="98922"/>
                </a:cubicBezTo>
                <a:lnTo>
                  <a:pt x="5655894" y="3108679"/>
                </a:lnTo>
                <a:cubicBezTo>
                  <a:pt x="5655894" y="3163312"/>
                  <a:pt x="5611605" y="3207602"/>
                  <a:pt x="5556971" y="3207602"/>
                </a:cubicBezTo>
                <a:lnTo>
                  <a:pt x="98922" y="3207602"/>
                </a:lnTo>
                <a:cubicBezTo>
                  <a:pt x="44289" y="3207602"/>
                  <a:pt x="0" y="3163312"/>
                  <a:pt x="0" y="3108679"/>
                </a:cubicBezTo>
                <a:lnTo>
                  <a:pt x="0" y="98922"/>
                </a:lnTo>
                <a:cubicBezTo>
                  <a:pt x="0" y="44326"/>
                  <a:pt x="44326" y="0"/>
                  <a:pt x="9892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677" y="1295044"/>
            <a:ext cx="144260" cy="164868"/>
          </a:xfrm>
          <a:custGeom>
            <a:avLst/>
            <a:gdLst/>
            <a:ahLst/>
            <a:cxnLst/>
            <a:rect l="l" t="t" r="r" b="b"/>
            <a:pathLst>
              <a:path w="144260" h="164868">
                <a:moveTo>
                  <a:pt x="144260" y="66269"/>
                </a:moveTo>
                <a:cubicBezTo>
                  <a:pt x="139494" y="69425"/>
                  <a:pt x="134020" y="71969"/>
                  <a:pt x="128320" y="73997"/>
                </a:cubicBezTo>
                <a:cubicBezTo>
                  <a:pt x="113186" y="79407"/>
                  <a:pt x="93318" y="82434"/>
                  <a:pt x="72130" y="82434"/>
                </a:cubicBezTo>
                <a:cubicBezTo>
                  <a:pt x="50942" y="82434"/>
                  <a:pt x="31042" y="79375"/>
                  <a:pt x="15939" y="73997"/>
                </a:cubicBezTo>
                <a:cubicBezTo>
                  <a:pt x="10272" y="71969"/>
                  <a:pt x="4766" y="69425"/>
                  <a:pt x="0" y="66269"/>
                </a:cubicBezTo>
                <a:lnTo>
                  <a:pt x="0" y="92738"/>
                </a:lnTo>
                <a:cubicBezTo>
                  <a:pt x="0" y="106971"/>
                  <a:pt x="32297" y="118499"/>
                  <a:pt x="72130" y="118499"/>
                </a:cubicBezTo>
                <a:cubicBezTo>
                  <a:pt x="111962" y="118499"/>
                  <a:pt x="144260" y="106971"/>
                  <a:pt x="144260" y="92738"/>
                </a:cubicBezTo>
                <a:lnTo>
                  <a:pt x="144260" y="66269"/>
                </a:lnTo>
                <a:close/>
                <a:moveTo>
                  <a:pt x="144260" y="41217"/>
                </a:moveTo>
                <a:lnTo>
                  <a:pt x="144260" y="25761"/>
                </a:lnTo>
                <a:cubicBezTo>
                  <a:pt x="144260" y="11528"/>
                  <a:pt x="111962" y="0"/>
                  <a:pt x="72130" y="0"/>
                </a:cubicBezTo>
                <a:cubicBezTo>
                  <a:pt x="32297" y="0"/>
                  <a:pt x="0" y="11528"/>
                  <a:pt x="0" y="25761"/>
                </a:cubicBezTo>
                <a:lnTo>
                  <a:pt x="0" y="41217"/>
                </a:lnTo>
                <a:cubicBezTo>
                  <a:pt x="0" y="55450"/>
                  <a:pt x="32297" y="66978"/>
                  <a:pt x="72130" y="66978"/>
                </a:cubicBezTo>
                <a:cubicBezTo>
                  <a:pt x="111962" y="66978"/>
                  <a:pt x="144260" y="55450"/>
                  <a:pt x="144260" y="41217"/>
                </a:cubicBezTo>
                <a:close/>
                <a:moveTo>
                  <a:pt x="128320" y="125519"/>
                </a:moveTo>
                <a:cubicBezTo>
                  <a:pt x="113218" y="130896"/>
                  <a:pt x="93350" y="133955"/>
                  <a:pt x="72130" y="133955"/>
                </a:cubicBezTo>
                <a:cubicBezTo>
                  <a:pt x="50909" y="133955"/>
                  <a:pt x="31042" y="130896"/>
                  <a:pt x="15939" y="125519"/>
                </a:cubicBezTo>
                <a:cubicBezTo>
                  <a:pt x="10272" y="123490"/>
                  <a:pt x="4766" y="120946"/>
                  <a:pt x="0" y="117791"/>
                </a:cubicBezTo>
                <a:lnTo>
                  <a:pt x="0" y="139108"/>
                </a:lnTo>
                <a:cubicBezTo>
                  <a:pt x="0" y="153340"/>
                  <a:pt x="32297" y="164868"/>
                  <a:pt x="72130" y="164868"/>
                </a:cubicBezTo>
                <a:cubicBezTo>
                  <a:pt x="111962" y="164868"/>
                  <a:pt x="144260" y="153340"/>
                  <a:pt x="144260" y="139108"/>
                </a:cubicBezTo>
                <a:lnTo>
                  <a:pt x="144260" y="117791"/>
                </a:lnTo>
                <a:cubicBezTo>
                  <a:pt x="139494" y="120946"/>
                  <a:pt x="134020" y="123490"/>
                  <a:pt x="128320" y="12551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Text 4"/>
          <p:cNvSpPr/>
          <p:nvPr/>
        </p:nvSpPr>
        <p:spPr>
          <a:xfrm>
            <a:off x="808741" y="1262127"/>
            <a:ext cx="1401379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 Tests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3764" y="1624636"/>
            <a:ext cx="5316998" cy="1747602"/>
          </a:xfrm>
          <a:custGeom>
            <a:avLst/>
            <a:gdLst/>
            <a:ahLst/>
            <a:cxnLst/>
            <a:rect l="l" t="t" r="r" b="b"/>
            <a:pathLst>
              <a:path w="5316998" h="1747602">
                <a:moveTo>
                  <a:pt x="65955" y="0"/>
                </a:moveTo>
                <a:lnTo>
                  <a:pt x="5251043" y="0"/>
                </a:lnTo>
                <a:cubicBezTo>
                  <a:pt x="5287469" y="0"/>
                  <a:pt x="5316998" y="29529"/>
                  <a:pt x="5316998" y="65955"/>
                </a:cubicBezTo>
                <a:lnTo>
                  <a:pt x="5316998" y="1681648"/>
                </a:lnTo>
                <a:cubicBezTo>
                  <a:pt x="5316998" y="1718074"/>
                  <a:pt x="5287469" y="1747602"/>
                  <a:pt x="5251043" y="1747602"/>
                </a:cubicBezTo>
                <a:lnTo>
                  <a:pt x="65955" y="1747602"/>
                </a:lnTo>
                <a:cubicBezTo>
                  <a:pt x="29529" y="1747602"/>
                  <a:pt x="0" y="1718074"/>
                  <a:pt x="0" y="1681648"/>
                </a:cubicBezTo>
                <a:lnTo>
                  <a:pt x="0" y="65955"/>
                </a:lnTo>
                <a:cubicBezTo>
                  <a:pt x="0" y="29553"/>
                  <a:pt x="29553" y="0"/>
                  <a:pt x="6595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35573" y="1756446"/>
            <a:ext cx="5110913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Thay vì viết từng hàm test riêng lẻ: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573" y="1987003"/>
            <a:ext cx="5053209" cy="1252998"/>
          </a:xfrm>
          <a:custGeom>
            <a:avLst/>
            <a:gdLst/>
            <a:ahLst/>
            <a:cxnLst/>
            <a:rect l="l" t="t" r="r" b="b"/>
            <a:pathLst>
              <a:path w="5053209" h="1252998">
                <a:moveTo>
                  <a:pt x="32979" y="0"/>
                </a:moveTo>
                <a:lnTo>
                  <a:pt x="5020230" y="0"/>
                </a:lnTo>
                <a:cubicBezTo>
                  <a:pt x="5038444" y="0"/>
                  <a:pt x="5053209" y="14765"/>
                  <a:pt x="5053209" y="32979"/>
                </a:cubicBezTo>
                <a:lnTo>
                  <a:pt x="5053209" y="1220019"/>
                </a:lnTo>
                <a:cubicBezTo>
                  <a:pt x="5053209" y="1238233"/>
                  <a:pt x="5038444" y="1252998"/>
                  <a:pt x="5020230" y="1252998"/>
                </a:cubicBezTo>
                <a:lnTo>
                  <a:pt x="32979" y="1252998"/>
                </a:lnTo>
                <a:cubicBezTo>
                  <a:pt x="14765" y="1252998"/>
                  <a:pt x="0" y="1238233"/>
                  <a:pt x="0" y="1220019"/>
                </a:cubicBezTo>
                <a:lnTo>
                  <a:pt x="0" y="32979"/>
                </a:lnTo>
                <a:cubicBezTo>
                  <a:pt x="0" y="14777"/>
                  <a:pt x="14777" y="0"/>
                  <a:pt x="32979" y="0"/>
                </a:cubicBezTo>
                <a:close/>
              </a:path>
            </a:pathLst>
          </a:custGeom>
          <a:solidFill>
            <a:srgbClr val="1A1D24">
              <a:alpha val="7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35573" y="1987003"/>
            <a:ext cx="5102669" cy="1252998"/>
          </a:xfrm>
          <a:prstGeom prst="rect">
            <a:avLst/>
          </a:prstGeom>
          <a:noFill/>
          <a:ln/>
        </p:spPr>
        <p:txBody>
          <a:bodyPr wrap="square" lIns="98921" tIns="98921" rIns="98921" bIns="98921" rtlCol="0" anchor="ctr"/>
          <a:lstStyle/>
          <a:p>
            <a:pPr>
              <a:lnSpc>
                <a:spcPct val="110000"/>
              </a:lnSpc>
            </a:pPr>
            <a:r>
              <a:rPr lang="en-US" sz="77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test_cases = [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77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("input1", "expected1"),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77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("input2", "expected2"),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77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("input3", "expected3"),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77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77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input_text, expected in test_cases: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77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assert function(input_text) == expected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8494" y="3519190"/>
            <a:ext cx="115408" cy="131895"/>
          </a:xfrm>
          <a:custGeom>
            <a:avLst/>
            <a:gdLst/>
            <a:ahLst/>
            <a:cxnLst/>
            <a:rect l="l" t="t" r="r" b="b"/>
            <a:pathLst>
              <a:path w="115408" h="131895">
                <a:moveTo>
                  <a:pt x="112007" y="18058"/>
                </a:moveTo>
                <a:cubicBezTo>
                  <a:pt x="115691" y="20737"/>
                  <a:pt x="116515" y="25889"/>
                  <a:pt x="113836" y="29573"/>
                </a:cubicBezTo>
                <a:lnTo>
                  <a:pt x="47889" y="120251"/>
                </a:lnTo>
                <a:cubicBezTo>
                  <a:pt x="46472" y="122209"/>
                  <a:pt x="44283" y="123419"/>
                  <a:pt x="41861" y="123625"/>
                </a:cubicBezTo>
                <a:cubicBezTo>
                  <a:pt x="39440" y="123831"/>
                  <a:pt x="37095" y="122930"/>
                  <a:pt x="35395" y="121230"/>
                </a:cubicBezTo>
                <a:lnTo>
                  <a:pt x="2422" y="88256"/>
                </a:lnTo>
                <a:cubicBezTo>
                  <a:pt x="-799" y="85036"/>
                  <a:pt x="-799" y="79806"/>
                  <a:pt x="2422" y="76586"/>
                </a:cubicBezTo>
                <a:cubicBezTo>
                  <a:pt x="5642" y="73366"/>
                  <a:pt x="10871" y="73366"/>
                  <a:pt x="14091" y="76586"/>
                </a:cubicBezTo>
                <a:lnTo>
                  <a:pt x="40238" y="102733"/>
                </a:lnTo>
                <a:lnTo>
                  <a:pt x="100518" y="19861"/>
                </a:lnTo>
                <a:cubicBezTo>
                  <a:pt x="103197" y="16178"/>
                  <a:pt x="108349" y="15353"/>
                  <a:pt x="112033" y="1803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2" name="Text 10"/>
          <p:cNvSpPr/>
          <p:nvPr/>
        </p:nvSpPr>
        <p:spPr>
          <a:xfrm>
            <a:off x="734465" y="3502877"/>
            <a:ext cx="1459083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Tăng độ bao phủ (coverage)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8494" y="3749748"/>
            <a:ext cx="115408" cy="131895"/>
          </a:xfrm>
          <a:custGeom>
            <a:avLst/>
            <a:gdLst/>
            <a:ahLst/>
            <a:cxnLst/>
            <a:rect l="l" t="t" r="r" b="b"/>
            <a:pathLst>
              <a:path w="115408" h="131895">
                <a:moveTo>
                  <a:pt x="112007" y="18058"/>
                </a:moveTo>
                <a:cubicBezTo>
                  <a:pt x="115691" y="20737"/>
                  <a:pt x="116515" y="25889"/>
                  <a:pt x="113836" y="29573"/>
                </a:cubicBezTo>
                <a:lnTo>
                  <a:pt x="47889" y="120251"/>
                </a:lnTo>
                <a:cubicBezTo>
                  <a:pt x="46472" y="122209"/>
                  <a:pt x="44283" y="123419"/>
                  <a:pt x="41861" y="123625"/>
                </a:cubicBezTo>
                <a:cubicBezTo>
                  <a:pt x="39440" y="123831"/>
                  <a:pt x="37095" y="122930"/>
                  <a:pt x="35395" y="121230"/>
                </a:cubicBezTo>
                <a:lnTo>
                  <a:pt x="2422" y="88256"/>
                </a:lnTo>
                <a:cubicBezTo>
                  <a:pt x="-799" y="85036"/>
                  <a:pt x="-799" y="79806"/>
                  <a:pt x="2422" y="76586"/>
                </a:cubicBezTo>
                <a:cubicBezTo>
                  <a:pt x="5642" y="73366"/>
                  <a:pt x="10871" y="73366"/>
                  <a:pt x="14091" y="76586"/>
                </a:cubicBezTo>
                <a:lnTo>
                  <a:pt x="40238" y="102733"/>
                </a:lnTo>
                <a:lnTo>
                  <a:pt x="100518" y="19861"/>
                </a:lnTo>
                <a:cubicBezTo>
                  <a:pt x="103197" y="16178"/>
                  <a:pt x="108349" y="15353"/>
                  <a:pt x="112033" y="1803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4" name="Text 12"/>
          <p:cNvSpPr/>
          <p:nvPr/>
        </p:nvSpPr>
        <p:spPr>
          <a:xfrm>
            <a:off x="734465" y="3733435"/>
            <a:ext cx="1211781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Xử lý nhiều edge cases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8494" y="3980306"/>
            <a:ext cx="115408" cy="131895"/>
          </a:xfrm>
          <a:custGeom>
            <a:avLst/>
            <a:gdLst/>
            <a:ahLst/>
            <a:cxnLst/>
            <a:rect l="l" t="t" r="r" b="b"/>
            <a:pathLst>
              <a:path w="115408" h="131895">
                <a:moveTo>
                  <a:pt x="112007" y="18058"/>
                </a:moveTo>
                <a:cubicBezTo>
                  <a:pt x="115691" y="20737"/>
                  <a:pt x="116515" y="25889"/>
                  <a:pt x="113836" y="29573"/>
                </a:cubicBezTo>
                <a:lnTo>
                  <a:pt x="47889" y="120251"/>
                </a:lnTo>
                <a:cubicBezTo>
                  <a:pt x="46472" y="122209"/>
                  <a:pt x="44283" y="123419"/>
                  <a:pt x="41861" y="123625"/>
                </a:cubicBezTo>
                <a:cubicBezTo>
                  <a:pt x="39440" y="123831"/>
                  <a:pt x="37095" y="122930"/>
                  <a:pt x="35395" y="121230"/>
                </a:cubicBezTo>
                <a:lnTo>
                  <a:pt x="2422" y="88256"/>
                </a:lnTo>
                <a:cubicBezTo>
                  <a:pt x="-799" y="85036"/>
                  <a:pt x="-799" y="79806"/>
                  <a:pt x="2422" y="76586"/>
                </a:cubicBezTo>
                <a:cubicBezTo>
                  <a:pt x="5642" y="73366"/>
                  <a:pt x="10871" y="73366"/>
                  <a:pt x="14091" y="76586"/>
                </a:cubicBezTo>
                <a:lnTo>
                  <a:pt x="40238" y="102733"/>
                </a:lnTo>
                <a:lnTo>
                  <a:pt x="100518" y="19861"/>
                </a:lnTo>
                <a:cubicBezTo>
                  <a:pt x="103197" y="16178"/>
                  <a:pt x="108349" y="15353"/>
                  <a:pt x="112033" y="1803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6" name="Text 14"/>
          <p:cNvSpPr/>
          <p:nvPr/>
        </p:nvSpPr>
        <p:spPr>
          <a:xfrm>
            <a:off x="734465" y="3963992"/>
            <a:ext cx="1343675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gọn gàng, dễ bảo trì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4316" y="4472193"/>
            <a:ext cx="5655894" cy="2383261"/>
          </a:xfrm>
          <a:custGeom>
            <a:avLst/>
            <a:gdLst/>
            <a:ahLst/>
            <a:cxnLst/>
            <a:rect l="l" t="t" r="r" b="b"/>
            <a:pathLst>
              <a:path w="5655894" h="2383261">
                <a:moveTo>
                  <a:pt x="98929" y="0"/>
                </a:moveTo>
                <a:lnTo>
                  <a:pt x="5556964" y="0"/>
                </a:lnTo>
                <a:cubicBezTo>
                  <a:pt x="5611565" y="0"/>
                  <a:pt x="5655894" y="44329"/>
                  <a:pt x="5655894" y="98929"/>
                </a:cubicBezTo>
                <a:lnTo>
                  <a:pt x="5655894" y="2284332"/>
                </a:lnTo>
                <a:cubicBezTo>
                  <a:pt x="5655894" y="2338932"/>
                  <a:pt x="5611565" y="2383261"/>
                  <a:pt x="5556964" y="2383261"/>
                </a:cubicBezTo>
                <a:lnTo>
                  <a:pt x="98929" y="2383261"/>
                </a:lnTo>
                <a:cubicBezTo>
                  <a:pt x="44329" y="2383261"/>
                  <a:pt x="0" y="2338932"/>
                  <a:pt x="0" y="2284332"/>
                </a:cubicBezTo>
                <a:lnTo>
                  <a:pt x="0" y="98929"/>
                </a:lnTo>
                <a:cubicBezTo>
                  <a:pt x="0" y="44329"/>
                  <a:pt x="44329" y="0"/>
                  <a:pt x="9892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4372" y="4674556"/>
            <a:ext cx="164868" cy="164868"/>
          </a:xfrm>
          <a:custGeom>
            <a:avLst/>
            <a:gdLst/>
            <a:ahLst/>
            <a:cxnLst/>
            <a:rect l="l" t="t" r="r" b="b"/>
            <a:pathLst>
              <a:path w="164868" h="164868">
                <a:moveTo>
                  <a:pt x="110320" y="3027"/>
                </a:moveTo>
                <a:cubicBezTo>
                  <a:pt x="106295" y="-998"/>
                  <a:pt x="99758" y="-998"/>
                  <a:pt x="95733" y="3027"/>
                </a:cubicBezTo>
                <a:cubicBezTo>
                  <a:pt x="91708" y="7052"/>
                  <a:pt x="91708" y="13589"/>
                  <a:pt x="95733" y="17614"/>
                </a:cubicBezTo>
                <a:lnTo>
                  <a:pt x="98760" y="20609"/>
                </a:lnTo>
                <a:lnTo>
                  <a:pt x="9048" y="110320"/>
                </a:lnTo>
                <a:cubicBezTo>
                  <a:pt x="3252" y="116116"/>
                  <a:pt x="0" y="123973"/>
                  <a:pt x="0" y="132184"/>
                </a:cubicBezTo>
                <a:lnTo>
                  <a:pt x="0" y="133955"/>
                </a:lnTo>
                <a:cubicBezTo>
                  <a:pt x="0" y="151022"/>
                  <a:pt x="13846" y="164868"/>
                  <a:pt x="30913" y="164868"/>
                </a:cubicBezTo>
                <a:lnTo>
                  <a:pt x="32684" y="164868"/>
                </a:lnTo>
                <a:cubicBezTo>
                  <a:pt x="40895" y="164868"/>
                  <a:pt x="48752" y="161616"/>
                  <a:pt x="54548" y="155820"/>
                </a:cubicBezTo>
                <a:lnTo>
                  <a:pt x="144260" y="66108"/>
                </a:lnTo>
                <a:lnTo>
                  <a:pt x="147287" y="69135"/>
                </a:lnTo>
                <a:cubicBezTo>
                  <a:pt x="151312" y="73160"/>
                  <a:pt x="157848" y="73160"/>
                  <a:pt x="161873" y="69135"/>
                </a:cubicBezTo>
                <a:cubicBezTo>
                  <a:pt x="165899" y="65110"/>
                  <a:pt x="165899" y="58573"/>
                  <a:pt x="161873" y="54548"/>
                </a:cubicBezTo>
                <a:lnTo>
                  <a:pt x="110352" y="3027"/>
                </a:lnTo>
                <a:close/>
                <a:moveTo>
                  <a:pt x="66108" y="82434"/>
                </a:moveTo>
                <a:lnTo>
                  <a:pt x="113347" y="35195"/>
                </a:lnTo>
                <a:lnTo>
                  <a:pt x="129673" y="51521"/>
                </a:lnTo>
                <a:lnTo>
                  <a:pt x="98760" y="82434"/>
                </a:lnTo>
                <a:lnTo>
                  <a:pt x="66076" y="8243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9" name="Text 17"/>
          <p:cNvSpPr/>
          <p:nvPr/>
        </p:nvSpPr>
        <p:spPr>
          <a:xfrm>
            <a:off x="808741" y="4641638"/>
            <a:ext cx="1310702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Tạo Sample Data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3764" y="5004147"/>
            <a:ext cx="538294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GenAI tạo mock data theo yêu cầu: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3764" y="5333883"/>
            <a:ext cx="2613160" cy="626499"/>
          </a:xfrm>
          <a:custGeom>
            <a:avLst/>
            <a:gdLst/>
            <a:ahLst/>
            <a:cxnLst/>
            <a:rect l="l" t="t" r="r" b="b"/>
            <a:pathLst>
              <a:path w="2613160" h="626499">
                <a:moveTo>
                  <a:pt x="65945" y="0"/>
                </a:moveTo>
                <a:lnTo>
                  <a:pt x="2547215" y="0"/>
                </a:lnTo>
                <a:cubicBezTo>
                  <a:pt x="2583636" y="0"/>
                  <a:pt x="2613160" y="29525"/>
                  <a:pt x="2613160" y="65945"/>
                </a:cubicBezTo>
                <a:lnTo>
                  <a:pt x="2613160" y="560554"/>
                </a:lnTo>
                <a:cubicBezTo>
                  <a:pt x="2613160" y="596974"/>
                  <a:pt x="2583636" y="626499"/>
                  <a:pt x="2547215" y="626499"/>
                </a:cubicBezTo>
                <a:lnTo>
                  <a:pt x="65945" y="626499"/>
                </a:lnTo>
                <a:cubicBezTo>
                  <a:pt x="29549" y="626499"/>
                  <a:pt x="0" y="596950"/>
                  <a:pt x="0" y="560554"/>
                </a:cubicBezTo>
                <a:lnTo>
                  <a:pt x="0" y="65945"/>
                </a:lnTo>
                <a:cubicBezTo>
                  <a:pt x="0" y="29525"/>
                  <a:pt x="29525" y="0"/>
                  <a:pt x="6594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22414" y="5432776"/>
            <a:ext cx="173112" cy="197842"/>
          </a:xfrm>
          <a:custGeom>
            <a:avLst/>
            <a:gdLst/>
            <a:ahLst/>
            <a:cxnLst/>
            <a:rect l="l" t="t" r="r" b="b"/>
            <a:pathLst>
              <a:path w="173112" h="197842">
                <a:moveTo>
                  <a:pt x="98921" y="61826"/>
                </a:moveTo>
                <a:lnTo>
                  <a:pt x="98921" y="98921"/>
                </a:lnTo>
                <a:lnTo>
                  <a:pt x="148381" y="98921"/>
                </a:lnTo>
                <a:lnTo>
                  <a:pt x="148381" y="61826"/>
                </a:lnTo>
                <a:lnTo>
                  <a:pt x="98921" y="61826"/>
                </a:lnTo>
                <a:close/>
                <a:moveTo>
                  <a:pt x="74191" y="61826"/>
                </a:moveTo>
                <a:lnTo>
                  <a:pt x="24730" y="61826"/>
                </a:lnTo>
                <a:lnTo>
                  <a:pt x="24730" y="98921"/>
                </a:lnTo>
                <a:lnTo>
                  <a:pt x="74191" y="98921"/>
                </a:lnTo>
                <a:lnTo>
                  <a:pt x="74191" y="61826"/>
                </a:lnTo>
                <a:close/>
                <a:moveTo>
                  <a:pt x="0" y="123651"/>
                </a:moveTo>
                <a:lnTo>
                  <a:pt x="0" y="37095"/>
                </a:lnTo>
                <a:cubicBezTo>
                  <a:pt x="0" y="23455"/>
                  <a:pt x="11090" y="12365"/>
                  <a:pt x="24730" y="12365"/>
                </a:cubicBezTo>
                <a:lnTo>
                  <a:pt x="148381" y="12365"/>
                </a:lnTo>
                <a:cubicBezTo>
                  <a:pt x="162022" y="12365"/>
                  <a:pt x="173112" y="23455"/>
                  <a:pt x="173112" y="37095"/>
                </a:cubicBezTo>
                <a:lnTo>
                  <a:pt x="173112" y="160746"/>
                </a:lnTo>
                <a:cubicBezTo>
                  <a:pt x="173112" y="174387"/>
                  <a:pt x="162022" y="185477"/>
                  <a:pt x="148381" y="185477"/>
                </a:cubicBezTo>
                <a:lnTo>
                  <a:pt x="24730" y="185477"/>
                </a:lnTo>
                <a:cubicBezTo>
                  <a:pt x="11090" y="185477"/>
                  <a:pt x="0" y="174387"/>
                  <a:pt x="0" y="160746"/>
                </a:cubicBezTo>
                <a:lnTo>
                  <a:pt x="0" y="123651"/>
                </a:lnTo>
                <a:close/>
                <a:moveTo>
                  <a:pt x="148381" y="123651"/>
                </a:moveTo>
                <a:lnTo>
                  <a:pt x="98921" y="123651"/>
                </a:lnTo>
                <a:lnTo>
                  <a:pt x="98921" y="160746"/>
                </a:lnTo>
                <a:lnTo>
                  <a:pt x="148381" y="160746"/>
                </a:lnTo>
                <a:lnTo>
                  <a:pt x="148381" y="123651"/>
                </a:lnTo>
                <a:close/>
                <a:moveTo>
                  <a:pt x="74191" y="160746"/>
                </a:moveTo>
                <a:lnTo>
                  <a:pt x="74191" y="123651"/>
                </a:lnTo>
                <a:lnTo>
                  <a:pt x="24730" y="123651"/>
                </a:lnTo>
                <a:lnTo>
                  <a:pt x="24730" y="160746"/>
                </a:lnTo>
                <a:lnTo>
                  <a:pt x="74191" y="16074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3" name="Text 21"/>
          <p:cNvSpPr/>
          <p:nvPr/>
        </p:nvSpPr>
        <p:spPr>
          <a:xfrm>
            <a:off x="573804" y="5696396"/>
            <a:ext cx="2473022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Bảng dữ liệu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13069" y="5333883"/>
            <a:ext cx="2613160" cy="626499"/>
          </a:xfrm>
          <a:custGeom>
            <a:avLst/>
            <a:gdLst/>
            <a:ahLst/>
            <a:cxnLst/>
            <a:rect l="l" t="t" r="r" b="b"/>
            <a:pathLst>
              <a:path w="2613160" h="626499">
                <a:moveTo>
                  <a:pt x="65945" y="0"/>
                </a:moveTo>
                <a:lnTo>
                  <a:pt x="2547215" y="0"/>
                </a:lnTo>
                <a:cubicBezTo>
                  <a:pt x="2583636" y="0"/>
                  <a:pt x="2613160" y="29525"/>
                  <a:pt x="2613160" y="65945"/>
                </a:cubicBezTo>
                <a:lnTo>
                  <a:pt x="2613160" y="560554"/>
                </a:lnTo>
                <a:cubicBezTo>
                  <a:pt x="2613160" y="596974"/>
                  <a:pt x="2583636" y="626499"/>
                  <a:pt x="2547215" y="626499"/>
                </a:cubicBezTo>
                <a:lnTo>
                  <a:pt x="65945" y="626499"/>
                </a:lnTo>
                <a:cubicBezTo>
                  <a:pt x="29549" y="626499"/>
                  <a:pt x="0" y="596950"/>
                  <a:pt x="0" y="560554"/>
                </a:cubicBezTo>
                <a:lnTo>
                  <a:pt x="0" y="65945"/>
                </a:lnTo>
                <a:cubicBezTo>
                  <a:pt x="0" y="29525"/>
                  <a:pt x="29525" y="0"/>
                  <a:pt x="6594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444084" y="5432776"/>
            <a:ext cx="148381" cy="197842"/>
          </a:xfrm>
          <a:custGeom>
            <a:avLst/>
            <a:gdLst/>
            <a:ahLst/>
            <a:cxnLst/>
            <a:rect l="l" t="t" r="r" b="b"/>
            <a:pathLst>
              <a:path w="148381" h="197842">
                <a:moveTo>
                  <a:pt x="0" y="24730"/>
                </a:moveTo>
                <a:cubicBezTo>
                  <a:pt x="0" y="11090"/>
                  <a:pt x="11090" y="0"/>
                  <a:pt x="24730" y="0"/>
                </a:cubicBezTo>
                <a:lnTo>
                  <a:pt x="82498" y="0"/>
                </a:lnTo>
                <a:cubicBezTo>
                  <a:pt x="89067" y="0"/>
                  <a:pt x="95366" y="2589"/>
                  <a:pt x="100003" y="7226"/>
                </a:cubicBezTo>
                <a:lnTo>
                  <a:pt x="141155" y="48417"/>
                </a:lnTo>
                <a:cubicBezTo>
                  <a:pt x="145792" y="53054"/>
                  <a:pt x="148381" y="59353"/>
                  <a:pt x="148381" y="65922"/>
                </a:cubicBezTo>
                <a:lnTo>
                  <a:pt x="148381" y="173112"/>
                </a:lnTo>
                <a:cubicBezTo>
                  <a:pt x="148381" y="186752"/>
                  <a:pt x="137291" y="197842"/>
                  <a:pt x="123651" y="197842"/>
                </a:cubicBezTo>
                <a:lnTo>
                  <a:pt x="24730" y="197842"/>
                </a:lnTo>
                <a:cubicBezTo>
                  <a:pt x="11090" y="197842"/>
                  <a:pt x="0" y="186752"/>
                  <a:pt x="0" y="173112"/>
                </a:cubicBezTo>
                <a:lnTo>
                  <a:pt x="0" y="24730"/>
                </a:lnTo>
                <a:close/>
                <a:moveTo>
                  <a:pt x="80373" y="22605"/>
                </a:moveTo>
                <a:lnTo>
                  <a:pt x="80373" y="58734"/>
                </a:lnTo>
                <a:cubicBezTo>
                  <a:pt x="80373" y="63874"/>
                  <a:pt x="84508" y="68008"/>
                  <a:pt x="89647" y="68008"/>
                </a:cubicBezTo>
                <a:lnTo>
                  <a:pt x="125776" y="68008"/>
                </a:lnTo>
                <a:lnTo>
                  <a:pt x="80373" y="22605"/>
                </a:lnTo>
                <a:close/>
                <a:moveTo>
                  <a:pt x="59584" y="114223"/>
                </a:moveTo>
                <a:cubicBezTo>
                  <a:pt x="62908" y="110320"/>
                  <a:pt x="62482" y="104485"/>
                  <a:pt x="58580" y="101162"/>
                </a:cubicBezTo>
                <a:cubicBezTo>
                  <a:pt x="54677" y="97839"/>
                  <a:pt x="48842" y="98264"/>
                  <a:pt x="45519" y="102167"/>
                </a:cubicBezTo>
                <a:lnTo>
                  <a:pt x="26971" y="123806"/>
                </a:lnTo>
                <a:cubicBezTo>
                  <a:pt x="23996" y="127283"/>
                  <a:pt x="23996" y="132384"/>
                  <a:pt x="26971" y="135862"/>
                </a:cubicBezTo>
                <a:lnTo>
                  <a:pt x="45519" y="157501"/>
                </a:lnTo>
                <a:cubicBezTo>
                  <a:pt x="48842" y="161403"/>
                  <a:pt x="54716" y="161828"/>
                  <a:pt x="58580" y="158505"/>
                </a:cubicBezTo>
                <a:cubicBezTo>
                  <a:pt x="62444" y="155182"/>
                  <a:pt x="62908" y="149309"/>
                  <a:pt x="59584" y="145445"/>
                </a:cubicBezTo>
                <a:lnTo>
                  <a:pt x="46215" y="129834"/>
                </a:lnTo>
                <a:lnTo>
                  <a:pt x="59584" y="114223"/>
                </a:lnTo>
                <a:close/>
                <a:moveTo>
                  <a:pt x="102862" y="102167"/>
                </a:moveTo>
                <a:cubicBezTo>
                  <a:pt x="99539" y="98264"/>
                  <a:pt x="93666" y="97839"/>
                  <a:pt x="89802" y="101162"/>
                </a:cubicBezTo>
                <a:cubicBezTo>
                  <a:pt x="85938" y="104485"/>
                  <a:pt x="85474" y="110359"/>
                  <a:pt x="88797" y="114223"/>
                </a:cubicBezTo>
                <a:lnTo>
                  <a:pt x="102167" y="129834"/>
                </a:lnTo>
                <a:lnTo>
                  <a:pt x="88797" y="145445"/>
                </a:lnTo>
                <a:cubicBezTo>
                  <a:pt x="85474" y="149347"/>
                  <a:pt x="85899" y="155182"/>
                  <a:pt x="89802" y="158505"/>
                </a:cubicBezTo>
                <a:cubicBezTo>
                  <a:pt x="93704" y="161828"/>
                  <a:pt x="99539" y="161403"/>
                  <a:pt x="102862" y="157501"/>
                </a:cubicBezTo>
                <a:lnTo>
                  <a:pt x="121410" y="135862"/>
                </a:lnTo>
                <a:cubicBezTo>
                  <a:pt x="124385" y="132384"/>
                  <a:pt x="124385" y="127283"/>
                  <a:pt x="121410" y="123806"/>
                </a:cubicBezTo>
                <a:lnTo>
                  <a:pt x="102862" y="10216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6" name="Text 24"/>
          <p:cNvSpPr/>
          <p:nvPr/>
        </p:nvSpPr>
        <p:spPr>
          <a:xfrm>
            <a:off x="3283109" y="5696396"/>
            <a:ext cx="2473022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3764" y="6058905"/>
            <a:ext cx="2613160" cy="626499"/>
          </a:xfrm>
          <a:custGeom>
            <a:avLst/>
            <a:gdLst/>
            <a:ahLst/>
            <a:cxnLst/>
            <a:rect l="l" t="t" r="r" b="b"/>
            <a:pathLst>
              <a:path w="2613160" h="626499">
                <a:moveTo>
                  <a:pt x="65945" y="0"/>
                </a:moveTo>
                <a:lnTo>
                  <a:pt x="2547215" y="0"/>
                </a:lnTo>
                <a:cubicBezTo>
                  <a:pt x="2583636" y="0"/>
                  <a:pt x="2613160" y="29525"/>
                  <a:pt x="2613160" y="65945"/>
                </a:cubicBezTo>
                <a:lnTo>
                  <a:pt x="2613160" y="560554"/>
                </a:lnTo>
                <a:cubicBezTo>
                  <a:pt x="2613160" y="596974"/>
                  <a:pt x="2583636" y="626499"/>
                  <a:pt x="2547215" y="626499"/>
                </a:cubicBezTo>
                <a:lnTo>
                  <a:pt x="65945" y="626499"/>
                </a:lnTo>
                <a:cubicBezTo>
                  <a:pt x="29549" y="626499"/>
                  <a:pt x="0" y="596950"/>
                  <a:pt x="0" y="560554"/>
                </a:cubicBezTo>
                <a:lnTo>
                  <a:pt x="0" y="65945"/>
                </a:lnTo>
                <a:cubicBezTo>
                  <a:pt x="0" y="29525"/>
                  <a:pt x="29525" y="0"/>
                  <a:pt x="6594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697684" y="6157797"/>
            <a:ext cx="222572" cy="197842"/>
          </a:xfrm>
          <a:custGeom>
            <a:avLst/>
            <a:gdLst/>
            <a:ahLst/>
            <a:cxnLst/>
            <a:rect l="l" t="t" r="r" b="b"/>
            <a:pathLst>
              <a:path w="222572" h="197842">
                <a:moveTo>
                  <a:pt x="37095" y="0"/>
                </a:moveTo>
                <a:cubicBezTo>
                  <a:pt x="23455" y="0"/>
                  <a:pt x="12365" y="11090"/>
                  <a:pt x="12365" y="24730"/>
                </a:cubicBezTo>
                <a:lnTo>
                  <a:pt x="12365" y="173112"/>
                </a:lnTo>
                <a:cubicBezTo>
                  <a:pt x="12365" y="186752"/>
                  <a:pt x="23455" y="197842"/>
                  <a:pt x="37095" y="197842"/>
                </a:cubicBezTo>
                <a:lnTo>
                  <a:pt x="68008" y="197842"/>
                </a:lnTo>
                <a:lnTo>
                  <a:pt x="68008" y="154564"/>
                </a:lnTo>
                <a:cubicBezTo>
                  <a:pt x="68008" y="140924"/>
                  <a:pt x="79098" y="129834"/>
                  <a:pt x="92738" y="129834"/>
                </a:cubicBezTo>
                <a:lnTo>
                  <a:pt x="160746" y="129834"/>
                </a:lnTo>
                <a:lnTo>
                  <a:pt x="160746" y="65883"/>
                </a:lnTo>
                <a:cubicBezTo>
                  <a:pt x="160746" y="59314"/>
                  <a:pt x="158158" y="53015"/>
                  <a:pt x="153521" y="48378"/>
                </a:cubicBezTo>
                <a:lnTo>
                  <a:pt x="112329" y="7226"/>
                </a:lnTo>
                <a:cubicBezTo>
                  <a:pt x="107692" y="2589"/>
                  <a:pt x="101433" y="0"/>
                  <a:pt x="94864" y="0"/>
                </a:cubicBezTo>
                <a:lnTo>
                  <a:pt x="37095" y="0"/>
                </a:lnTo>
                <a:close/>
                <a:moveTo>
                  <a:pt x="138141" y="68008"/>
                </a:moveTo>
                <a:lnTo>
                  <a:pt x="102012" y="68008"/>
                </a:lnTo>
                <a:cubicBezTo>
                  <a:pt x="96873" y="68008"/>
                  <a:pt x="92738" y="63874"/>
                  <a:pt x="92738" y="58734"/>
                </a:cubicBezTo>
                <a:lnTo>
                  <a:pt x="92738" y="22605"/>
                </a:lnTo>
                <a:lnTo>
                  <a:pt x="138141" y="68008"/>
                </a:lnTo>
                <a:close/>
                <a:moveTo>
                  <a:pt x="102012" y="146836"/>
                </a:moveTo>
                <a:cubicBezTo>
                  <a:pt x="92622" y="146836"/>
                  <a:pt x="85010" y="154448"/>
                  <a:pt x="85010" y="163838"/>
                </a:cubicBezTo>
                <a:lnTo>
                  <a:pt x="85010" y="194751"/>
                </a:lnTo>
                <a:cubicBezTo>
                  <a:pt x="85010" y="204140"/>
                  <a:pt x="92622" y="211753"/>
                  <a:pt x="102012" y="211753"/>
                </a:cubicBezTo>
                <a:lnTo>
                  <a:pt x="108195" y="211753"/>
                </a:lnTo>
                <a:cubicBezTo>
                  <a:pt x="117584" y="211753"/>
                  <a:pt x="125197" y="204140"/>
                  <a:pt x="125197" y="194751"/>
                </a:cubicBezTo>
                <a:lnTo>
                  <a:pt x="125197" y="191659"/>
                </a:lnTo>
                <a:cubicBezTo>
                  <a:pt x="125197" y="187409"/>
                  <a:pt x="121719" y="183931"/>
                  <a:pt x="117469" y="183931"/>
                </a:cubicBezTo>
                <a:cubicBezTo>
                  <a:pt x="113218" y="183931"/>
                  <a:pt x="109740" y="187409"/>
                  <a:pt x="109740" y="191659"/>
                </a:cubicBezTo>
                <a:lnTo>
                  <a:pt x="109740" y="194751"/>
                </a:lnTo>
                <a:cubicBezTo>
                  <a:pt x="109740" y="195601"/>
                  <a:pt x="109045" y="196296"/>
                  <a:pt x="108195" y="196296"/>
                </a:cubicBezTo>
                <a:lnTo>
                  <a:pt x="102012" y="196296"/>
                </a:lnTo>
                <a:cubicBezTo>
                  <a:pt x="101162" y="196296"/>
                  <a:pt x="100467" y="195601"/>
                  <a:pt x="100467" y="194751"/>
                </a:cubicBezTo>
                <a:lnTo>
                  <a:pt x="100467" y="163838"/>
                </a:lnTo>
                <a:cubicBezTo>
                  <a:pt x="100467" y="162988"/>
                  <a:pt x="101162" y="162292"/>
                  <a:pt x="102012" y="162292"/>
                </a:cubicBezTo>
                <a:lnTo>
                  <a:pt x="108195" y="162292"/>
                </a:lnTo>
                <a:cubicBezTo>
                  <a:pt x="109045" y="162292"/>
                  <a:pt x="109740" y="162988"/>
                  <a:pt x="109740" y="163838"/>
                </a:cubicBezTo>
                <a:lnTo>
                  <a:pt x="109740" y="166929"/>
                </a:lnTo>
                <a:cubicBezTo>
                  <a:pt x="109740" y="171180"/>
                  <a:pt x="113218" y="174657"/>
                  <a:pt x="117469" y="174657"/>
                </a:cubicBezTo>
                <a:cubicBezTo>
                  <a:pt x="121719" y="174657"/>
                  <a:pt x="125197" y="171180"/>
                  <a:pt x="125197" y="166929"/>
                </a:cubicBezTo>
                <a:lnTo>
                  <a:pt x="125197" y="163838"/>
                </a:lnTo>
                <a:cubicBezTo>
                  <a:pt x="125197" y="154448"/>
                  <a:pt x="117584" y="146836"/>
                  <a:pt x="108195" y="146836"/>
                </a:cubicBezTo>
                <a:lnTo>
                  <a:pt x="102012" y="146836"/>
                </a:lnTo>
                <a:close/>
                <a:moveTo>
                  <a:pt x="154564" y="146836"/>
                </a:moveTo>
                <a:cubicBezTo>
                  <a:pt x="143474" y="146836"/>
                  <a:pt x="134471" y="155839"/>
                  <a:pt x="134471" y="166929"/>
                </a:cubicBezTo>
                <a:cubicBezTo>
                  <a:pt x="134471" y="178019"/>
                  <a:pt x="143474" y="187022"/>
                  <a:pt x="154564" y="187022"/>
                </a:cubicBezTo>
                <a:cubicBezTo>
                  <a:pt x="157114" y="187022"/>
                  <a:pt x="159201" y="189109"/>
                  <a:pt x="159201" y="191659"/>
                </a:cubicBezTo>
                <a:cubicBezTo>
                  <a:pt x="159201" y="194210"/>
                  <a:pt x="157114" y="196296"/>
                  <a:pt x="154564" y="196296"/>
                </a:cubicBezTo>
                <a:lnTo>
                  <a:pt x="142199" y="196296"/>
                </a:lnTo>
                <a:cubicBezTo>
                  <a:pt x="137948" y="196296"/>
                  <a:pt x="134471" y="199774"/>
                  <a:pt x="134471" y="204024"/>
                </a:cubicBezTo>
                <a:cubicBezTo>
                  <a:pt x="134471" y="208275"/>
                  <a:pt x="137948" y="211753"/>
                  <a:pt x="142199" y="211753"/>
                </a:cubicBezTo>
                <a:lnTo>
                  <a:pt x="154564" y="211753"/>
                </a:lnTo>
                <a:cubicBezTo>
                  <a:pt x="165654" y="211753"/>
                  <a:pt x="174657" y="202749"/>
                  <a:pt x="174657" y="191659"/>
                </a:cubicBezTo>
                <a:cubicBezTo>
                  <a:pt x="174657" y="180569"/>
                  <a:pt x="165654" y="171566"/>
                  <a:pt x="154564" y="171566"/>
                </a:cubicBezTo>
                <a:cubicBezTo>
                  <a:pt x="152014" y="171566"/>
                  <a:pt x="149927" y="169479"/>
                  <a:pt x="149927" y="166929"/>
                </a:cubicBezTo>
                <a:cubicBezTo>
                  <a:pt x="149927" y="164379"/>
                  <a:pt x="152014" y="162292"/>
                  <a:pt x="154564" y="162292"/>
                </a:cubicBezTo>
                <a:lnTo>
                  <a:pt x="163838" y="162292"/>
                </a:lnTo>
                <a:cubicBezTo>
                  <a:pt x="168088" y="162292"/>
                  <a:pt x="171566" y="158814"/>
                  <a:pt x="171566" y="154564"/>
                </a:cubicBezTo>
                <a:cubicBezTo>
                  <a:pt x="171566" y="150313"/>
                  <a:pt x="168088" y="146836"/>
                  <a:pt x="163838" y="146836"/>
                </a:cubicBezTo>
                <a:lnTo>
                  <a:pt x="154564" y="146836"/>
                </a:lnTo>
                <a:close/>
                <a:moveTo>
                  <a:pt x="191659" y="146836"/>
                </a:moveTo>
                <a:cubicBezTo>
                  <a:pt x="187409" y="146836"/>
                  <a:pt x="183931" y="150313"/>
                  <a:pt x="183931" y="154564"/>
                </a:cubicBezTo>
                <a:lnTo>
                  <a:pt x="183931" y="166774"/>
                </a:lnTo>
                <a:cubicBezTo>
                  <a:pt x="183931" y="180492"/>
                  <a:pt x="187988" y="193939"/>
                  <a:pt x="195601" y="205338"/>
                </a:cubicBezTo>
                <a:lnTo>
                  <a:pt x="197571" y="208313"/>
                </a:lnTo>
                <a:cubicBezTo>
                  <a:pt x="199001" y="210477"/>
                  <a:pt x="201435" y="211753"/>
                  <a:pt x="203986" y="211753"/>
                </a:cubicBezTo>
                <a:cubicBezTo>
                  <a:pt x="206536" y="211753"/>
                  <a:pt x="208970" y="210477"/>
                  <a:pt x="210400" y="208313"/>
                </a:cubicBezTo>
                <a:lnTo>
                  <a:pt x="212371" y="205338"/>
                </a:lnTo>
                <a:cubicBezTo>
                  <a:pt x="219983" y="193900"/>
                  <a:pt x="224040" y="180492"/>
                  <a:pt x="224040" y="166774"/>
                </a:cubicBezTo>
                <a:lnTo>
                  <a:pt x="224040" y="154564"/>
                </a:lnTo>
                <a:cubicBezTo>
                  <a:pt x="224040" y="150313"/>
                  <a:pt x="220563" y="146836"/>
                  <a:pt x="216312" y="146836"/>
                </a:cubicBezTo>
                <a:cubicBezTo>
                  <a:pt x="212062" y="146836"/>
                  <a:pt x="208584" y="150313"/>
                  <a:pt x="208584" y="154564"/>
                </a:cubicBezTo>
                <a:lnTo>
                  <a:pt x="208584" y="166774"/>
                </a:lnTo>
                <a:cubicBezTo>
                  <a:pt x="208584" y="174348"/>
                  <a:pt x="207000" y="181806"/>
                  <a:pt x="203947" y="188684"/>
                </a:cubicBezTo>
                <a:cubicBezTo>
                  <a:pt x="200894" y="181806"/>
                  <a:pt x="199310" y="174348"/>
                  <a:pt x="199310" y="166774"/>
                </a:cubicBezTo>
                <a:lnTo>
                  <a:pt x="199310" y="154564"/>
                </a:lnTo>
                <a:cubicBezTo>
                  <a:pt x="199310" y="150313"/>
                  <a:pt x="195832" y="146836"/>
                  <a:pt x="191582" y="14683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9" name="Text 27"/>
          <p:cNvSpPr/>
          <p:nvPr/>
        </p:nvSpPr>
        <p:spPr>
          <a:xfrm>
            <a:off x="573804" y="6421413"/>
            <a:ext cx="2473022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13069" y="6058905"/>
            <a:ext cx="2613160" cy="626499"/>
          </a:xfrm>
          <a:custGeom>
            <a:avLst/>
            <a:gdLst/>
            <a:ahLst/>
            <a:cxnLst/>
            <a:rect l="l" t="t" r="r" b="b"/>
            <a:pathLst>
              <a:path w="2613160" h="626499">
                <a:moveTo>
                  <a:pt x="65945" y="0"/>
                </a:moveTo>
                <a:lnTo>
                  <a:pt x="2547215" y="0"/>
                </a:lnTo>
                <a:cubicBezTo>
                  <a:pt x="2583636" y="0"/>
                  <a:pt x="2613160" y="29525"/>
                  <a:pt x="2613160" y="65945"/>
                </a:cubicBezTo>
                <a:lnTo>
                  <a:pt x="2613160" y="560554"/>
                </a:lnTo>
                <a:cubicBezTo>
                  <a:pt x="2613160" y="596974"/>
                  <a:pt x="2583636" y="626499"/>
                  <a:pt x="2547215" y="626499"/>
                </a:cubicBezTo>
                <a:lnTo>
                  <a:pt x="65945" y="626499"/>
                </a:lnTo>
                <a:cubicBezTo>
                  <a:pt x="29549" y="626499"/>
                  <a:pt x="0" y="596950"/>
                  <a:pt x="0" y="560554"/>
                </a:cubicBezTo>
                <a:lnTo>
                  <a:pt x="0" y="65945"/>
                </a:lnTo>
                <a:cubicBezTo>
                  <a:pt x="0" y="29525"/>
                  <a:pt x="29525" y="0"/>
                  <a:pt x="6594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44084" y="6157797"/>
            <a:ext cx="148381" cy="197842"/>
          </a:xfrm>
          <a:custGeom>
            <a:avLst/>
            <a:gdLst/>
            <a:ahLst/>
            <a:cxnLst/>
            <a:rect l="l" t="t" r="r" b="b"/>
            <a:pathLst>
              <a:path w="148381" h="197842">
                <a:moveTo>
                  <a:pt x="136016" y="0"/>
                </a:moveTo>
                <a:cubicBezTo>
                  <a:pt x="142856" y="0"/>
                  <a:pt x="148381" y="5526"/>
                  <a:pt x="148381" y="12365"/>
                </a:cubicBezTo>
                <a:cubicBezTo>
                  <a:pt x="148381" y="34700"/>
                  <a:pt x="138953" y="52861"/>
                  <a:pt x="126201" y="68201"/>
                </a:cubicBezTo>
                <a:cubicBezTo>
                  <a:pt x="116889" y="79369"/>
                  <a:pt x="105413" y="89492"/>
                  <a:pt x="93898" y="98921"/>
                </a:cubicBezTo>
                <a:cubicBezTo>
                  <a:pt x="105413" y="108388"/>
                  <a:pt x="116889" y="118473"/>
                  <a:pt x="126201" y="129640"/>
                </a:cubicBezTo>
                <a:cubicBezTo>
                  <a:pt x="138953" y="144942"/>
                  <a:pt x="148381" y="163142"/>
                  <a:pt x="148381" y="185477"/>
                </a:cubicBezTo>
                <a:cubicBezTo>
                  <a:pt x="148381" y="192316"/>
                  <a:pt x="142856" y="197842"/>
                  <a:pt x="136016" y="197842"/>
                </a:cubicBezTo>
                <a:cubicBezTo>
                  <a:pt x="129177" y="197842"/>
                  <a:pt x="123651" y="192316"/>
                  <a:pt x="123651" y="185477"/>
                </a:cubicBezTo>
                <a:lnTo>
                  <a:pt x="24730" y="185477"/>
                </a:lnTo>
                <a:cubicBezTo>
                  <a:pt x="24730" y="192316"/>
                  <a:pt x="19205" y="197842"/>
                  <a:pt x="12365" y="197842"/>
                </a:cubicBezTo>
                <a:cubicBezTo>
                  <a:pt x="5526" y="197842"/>
                  <a:pt x="0" y="192316"/>
                  <a:pt x="0" y="185477"/>
                </a:cubicBezTo>
                <a:cubicBezTo>
                  <a:pt x="0" y="163142"/>
                  <a:pt x="9428" y="144981"/>
                  <a:pt x="22180" y="129640"/>
                </a:cubicBezTo>
                <a:cubicBezTo>
                  <a:pt x="31492" y="118473"/>
                  <a:pt x="42969" y="108388"/>
                  <a:pt x="54484" y="98921"/>
                </a:cubicBezTo>
                <a:cubicBezTo>
                  <a:pt x="42969" y="89454"/>
                  <a:pt x="31492" y="79369"/>
                  <a:pt x="22180" y="68201"/>
                </a:cubicBezTo>
                <a:cubicBezTo>
                  <a:pt x="9428" y="52861"/>
                  <a:pt x="0" y="34700"/>
                  <a:pt x="0" y="12365"/>
                </a:cubicBezTo>
                <a:cubicBezTo>
                  <a:pt x="0" y="5526"/>
                  <a:pt x="5526" y="0"/>
                  <a:pt x="12365" y="0"/>
                </a:cubicBezTo>
                <a:cubicBezTo>
                  <a:pt x="19205" y="0"/>
                  <a:pt x="24730" y="5526"/>
                  <a:pt x="24730" y="12365"/>
                </a:cubicBezTo>
                <a:lnTo>
                  <a:pt x="123651" y="12365"/>
                </a:lnTo>
                <a:cubicBezTo>
                  <a:pt x="123651" y="5526"/>
                  <a:pt x="129177" y="0"/>
                  <a:pt x="136016" y="0"/>
                </a:cubicBezTo>
                <a:close/>
                <a:moveTo>
                  <a:pt x="109547" y="148381"/>
                </a:moveTo>
                <a:lnTo>
                  <a:pt x="38873" y="148381"/>
                </a:lnTo>
                <a:cubicBezTo>
                  <a:pt x="35704" y="152439"/>
                  <a:pt x="33038" y="156535"/>
                  <a:pt x="30913" y="160746"/>
                </a:cubicBezTo>
                <a:lnTo>
                  <a:pt x="117546" y="160746"/>
                </a:lnTo>
                <a:cubicBezTo>
                  <a:pt x="115382" y="156535"/>
                  <a:pt x="112716" y="152439"/>
                  <a:pt x="109586" y="148381"/>
                </a:cubicBezTo>
                <a:close/>
                <a:moveTo>
                  <a:pt x="91966" y="129834"/>
                </a:moveTo>
                <a:cubicBezTo>
                  <a:pt x="86440" y="124810"/>
                  <a:pt x="80451" y="119864"/>
                  <a:pt x="74191" y="114764"/>
                </a:cubicBezTo>
                <a:cubicBezTo>
                  <a:pt x="67931" y="119826"/>
                  <a:pt x="61941" y="124810"/>
                  <a:pt x="56416" y="129834"/>
                </a:cubicBezTo>
                <a:lnTo>
                  <a:pt x="91966" y="129834"/>
                </a:lnTo>
                <a:close/>
                <a:moveTo>
                  <a:pt x="38834" y="49460"/>
                </a:moveTo>
                <a:lnTo>
                  <a:pt x="109509" y="49460"/>
                </a:lnTo>
                <a:cubicBezTo>
                  <a:pt x="112677" y="45403"/>
                  <a:pt x="115343" y="41307"/>
                  <a:pt x="117469" y="37095"/>
                </a:cubicBezTo>
                <a:lnTo>
                  <a:pt x="30874" y="37095"/>
                </a:lnTo>
                <a:cubicBezTo>
                  <a:pt x="33038" y="41307"/>
                  <a:pt x="35704" y="45403"/>
                  <a:pt x="38834" y="49460"/>
                </a:cubicBezTo>
                <a:close/>
                <a:moveTo>
                  <a:pt x="56416" y="68008"/>
                </a:moveTo>
                <a:cubicBezTo>
                  <a:pt x="61941" y="73031"/>
                  <a:pt x="67931" y="77977"/>
                  <a:pt x="74191" y="83078"/>
                </a:cubicBezTo>
                <a:cubicBezTo>
                  <a:pt x="80451" y="78016"/>
                  <a:pt x="86440" y="73031"/>
                  <a:pt x="91966" y="68008"/>
                </a:cubicBezTo>
                <a:lnTo>
                  <a:pt x="56416" y="68008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2" name="Text 30"/>
          <p:cNvSpPr/>
          <p:nvPr/>
        </p:nvSpPr>
        <p:spPr>
          <a:xfrm>
            <a:off x="3283109" y="6421413"/>
            <a:ext cx="2473022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 (DNA)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9873" y="1092681"/>
            <a:ext cx="5655894" cy="2449208"/>
          </a:xfrm>
          <a:custGeom>
            <a:avLst/>
            <a:gdLst/>
            <a:ahLst/>
            <a:cxnLst/>
            <a:rect l="l" t="t" r="r" b="b"/>
            <a:pathLst>
              <a:path w="5655894" h="2449208">
                <a:moveTo>
                  <a:pt x="98924" y="0"/>
                </a:moveTo>
                <a:lnTo>
                  <a:pt x="5556970" y="0"/>
                </a:lnTo>
                <a:cubicBezTo>
                  <a:pt x="5611604" y="0"/>
                  <a:pt x="5655894" y="44290"/>
                  <a:pt x="5655894" y="98924"/>
                </a:cubicBezTo>
                <a:lnTo>
                  <a:pt x="5655894" y="2350285"/>
                </a:lnTo>
                <a:cubicBezTo>
                  <a:pt x="5655894" y="2404918"/>
                  <a:pt x="5611604" y="2449208"/>
                  <a:pt x="5556970" y="2449208"/>
                </a:cubicBezTo>
                <a:lnTo>
                  <a:pt x="98924" y="2449208"/>
                </a:lnTo>
                <a:cubicBezTo>
                  <a:pt x="44326" y="2449208"/>
                  <a:pt x="0" y="2404882"/>
                  <a:pt x="0" y="2350285"/>
                </a:cubicBezTo>
                <a:lnTo>
                  <a:pt x="0" y="98924"/>
                </a:lnTo>
                <a:cubicBezTo>
                  <a:pt x="0" y="44290"/>
                  <a:pt x="44290" y="0"/>
                  <a:pt x="98924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4111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89930" y="1295044"/>
            <a:ext cx="164868" cy="164868"/>
          </a:xfrm>
          <a:custGeom>
            <a:avLst/>
            <a:gdLst/>
            <a:ahLst/>
            <a:cxnLst/>
            <a:rect l="l" t="t" r="r" b="b"/>
            <a:pathLst>
              <a:path w="164868" h="164868">
                <a:moveTo>
                  <a:pt x="140621" y="24054"/>
                </a:moveTo>
                <a:lnTo>
                  <a:pt x="144260" y="27499"/>
                </a:lnTo>
                <a:lnTo>
                  <a:pt x="144260" y="10304"/>
                </a:lnTo>
                <a:cubicBezTo>
                  <a:pt x="144260" y="4605"/>
                  <a:pt x="148864" y="0"/>
                  <a:pt x="154564" y="0"/>
                </a:cubicBezTo>
                <a:cubicBezTo>
                  <a:pt x="160263" y="0"/>
                  <a:pt x="164868" y="4605"/>
                  <a:pt x="164868" y="10304"/>
                </a:cubicBezTo>
                <a:lnTo>
                  <a:pt x="164868" y="51521"/>
                </a:lnTo>
                <a:cubicBezTo>
                  <a:pt x="164868" y="57221"/>
                  <a:pt x="160263" y="61826"/>
                  <a:pt x="154564" y="61826"/>
                </a:cubicBezTo>
                <a:lnTo>
                  <a:pt x="113347" y="61826"/>
                </a:lnTo>
                <a:cubicBezTo>
                  <a:pt x="107647" y="61826"/>
                  <a:pt x="103043" y="57221"/>
                  <a:pt x="103043" y="51521"/>
                </a:cubicBezTo>
                <a:cubicBezTo>
                  <a:pt x="103043" y="45822"/>
                  <a:pt x="107647" y="41217"/>
                  <a:pt x="113347" y="41217"/>
                </a:cubicBezTo>
                <a:lnTo>
                  <a:pt x="128771" y="41217"/>
                </a:lnTo>
                <a:lnTo>
                  <a:pt x="126324" y="38899"/>
                </a:lnTo>
                <a:cubicBezTo>
                  <a:pt x="126259" y="38834"/>
                  <a:pt x="126195" y="38770"/>
                  <a:pt x="126131" y="38705"/>
                </a:cubicBezTo>
                <a:cubicBezTo>
                  <a:pt x="101980" y="14555"/>
                  <a:pt x="62856" y="14555"/>
                  <a:pt x="38705" y="38705"/>
                </a:cubicBezTo>
                <a:cubicBezTo>
                  <a:pt x="14555" y="62856"/>
                  <a:pt x="14555" y="101980"/>
                  <a:pt x="38705" y="126131"/>
                </a:cubicBezTo>
                <a:cubicBezTo>
                  <a:pt x="62856" y="150281"/>
                  <a:pt x="101980" y="150281"/>
                  <a:pt x="126131" y="126131"/>
                </a:cubicBezTo>
                <a:cubicBezTo>
                  <a:pt x="128771" y="123490"/>
                  <a:pt x="131122" y="120689"/>
                  <a:pt x="133183" y="117726"/>
                </a:cubicBezTo>
                <a:cubicBezTo>
                  <a:pt x="136435" y="113057"/>
                  <a:pt x="142875" y="111930"/>
                  <a:pt x="147544" y="115182"/>
                </a:cubicBezTo>
                <a:cubicBezTo>
                  <a:pt x="152213" y="118435"/>
                  <a:pt x="153340" y="124875"/>
                  <a:pt x="150088" y="129544"/>
                </a:cubicBezTo>
                <a:cubicBezTo>
                  <a:pt x="147351" y="133472"/>
                  <a:pt x="144227" y="137208"/>
                  <a:pt x="140718" y="140718"/>
                </a:cubicBezTo>
                <a:cubicBezTo>
                  <a:pt x="108517" y="172918"/>
                  <a:pt x="56319" y="172918"/>
                  <a:pt x="24151" y="140718"/>
                </a:cubicBezTo>
                <a:cubicBezTo>
                  <a:pt x="-8018" y="108517"/>
                  <a:pt x="-8050" y="56351"/>
                  <a:pt x="24151" y="24151"/>
                </a:cubicBezTo>
                <a:cubicBezTo>
                  <a:pt x="56319" y="-8018"/>
                  <a:pt x="108420" y="-8050"/>
                  <a:pt x="140621" y="2405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5" name="Text 33"/>
          <p:cNvSpPr/>
          <p:nvPr/>
        </p:nvSpPr>
        <p:spPr>
          <a:xfrm>
            <a:off x="6674298" y="1262127"/>
            <a:ext cx="2440049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Test-Driven Development (TDD)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69321" y="1624636"/>
            <a:ext cx="329736" cy="329736"/>
          </a:xfrm>
          <a:custGeom>
            <a:avLst/>
            <a:gdLst/>
            <a:ahLst/>
            <a:cxnLst/>
            <a:rect l="l" t="t" r="r" b="b"/>
            <a:pathLst>
              <a:path w="329736" h="329736">
                <a:moveTo>
                  <a:pt x="65947" y="0"/>
                </a:moveTo>
                <a:lnTo>
                  <a:pt x="263789" y="0"/>
                </a:lnTo>
                <a:cubicBezTo>
                  <a:pt x="300186" y="0"/>
                  <a:pt x="329736" y="29550"/>
                  <a:pt x="329736" y="65947"/>
                </a:cubicBezTo>
                <a:lnTo>
                  <a:pt x="329736" y="263789"/>
                </a:lnTo>
                <a:cubicBezTo>
                  <a:pt x="329736" y="300186"/>
                  <a:pt x="300186" y="329736"/>
                  <a:pt x="263789" y="329736"/>
                </a:cubicBezTo>
                <a:lnTo>
                  <a:pt x="65947" y="329736"/>
                </a:lnTo>
                <a:cubicBezTo>
                  <a:pt x="29550" y="329736"/>
                  <a:pt x="0" y="300186"/>
                  <a:pt x="0" y="263789"/>
                </a:cubicBezTo>
                <a:lnTo>
                  <a:pt x="0" y="65947"/>
                </a:lnTo>
                <a:cubicBezTo>
                  <a:pt x="0" y="29550"/>
                  <a:pt x="29550" y="0"/>
                  <a:pt x="6594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513151" y="1690470"/>
            <a:ext cx="107164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97950" y="1624636"/>
            <a:ext cx="4954288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Viết Unit Test trước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97950" y="1822566"/>
            <a:ext cx="4946045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Định nghĩa kỳ vọng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69321" y="2086182"/>
            <a:ext cx="329736" cy="329736"/>
          </a:xfrm>
          <a:custGeom>
            <a:avLst/>
            <a:gdLst/>
            <a:ahLst/>
            <a:cxnLst/>
            <a:rect l="l" t="t" r="r" b="b"/>
            <a:pathLst>
              <a:path w="329736" h="329736">
                <a:moveTo>
                  <a:pt x="65947" y="0"/>
                </a:moveTo>
                <a:lnTo>
                  <a:pt x="263789" y="0"/>
                </a:lnTo>
                <a:cubicBezTo>
                  <a:pt x="300186" y="0"/>
                  <a:pt x="329736" y="29550"/>
                  <a:pt x="329736" y="65947"/>
                </a:cubicBezTo>
                <a:lnTo>
                  <a:pt x="329736" y="263789"/>
                </a:lnTo>
                <a:cubicBezTo>
                  <a:pt x="329736" y="300186"/>
                  <a:pt x="300186" y="329736"/>
                  <a:pt x="263789" y="329736"/>
                </a:cubicBezTo>
                <a:lnTo>
                  <a:pt x="65947" y="329736"/>
                </a:lnTo>
                <a:cubicBezTo>
                  <a:pt x="29550" y="329736"/>
                  <a:pt x="0" y="300186"/>
                  <a:pt x="0" y="263789"/>
                </a:cubicBezTo>
                <a:lnTo>
                  <a:pt x="0" y="65947"/>
                </a:lnTo>
                <a:cubicBezTo>
                  <a:pt x="0" y="29550"/>
                  <a:pt x="29550" y="0"/>
                  <a:pt x="65947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500557" y="2152016"/>
            <a:ext cx="13189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97950" y="2086182"/>
            <a:ext cx="4954288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Chạy Test → Thất bại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97950" y="2284108"/>
            <a:ext cx="4946045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Chưa có implementation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69321" y="2547728"/>
            <a:ext cx="329736" cy="329736"/>
          </a:xfrm>
          <a:custGeom>
            <a:avLst/>
            <a:gdLst/>
            <a:ahLst/>
            <a:cxnLst/>
            <a:rect l="l" t="t" r="r" b="b"/>
            <a:pathLst>
              <a:path w="329736" h="329736">
                <a:moveTo>
                  <a:pt x="65947" y="0"/>
                </a:moveTo>
                <a:lnTo>
                  <a:pt x="263789" y="0"/>
                </a:lnTo>
                <a:cubicBezTo>
                  <a:pt x="300186" y="0"/>
                  <a:pt x="329736" y="29550"/>
                  <a:pt x="329736" y="65947"/>
                </a:cubicBezTo>
                <a:lnTo>
                  <a:pt x="329736" y="263789"/>
                </a:lnTo>
                <a:cubicBezTo>
                  <a:pt x="329736" y="300186"/>
                  <a:pt x="300186" y="329736"/>
                  <a:pt x="263789" y="329736"/>
                </a:cubicBezTo>
                <a:lnTo>
                  <a:pt x="65947" y="329736"/>
                </a:lnTo>
                <a:cubicBezTo>
                  <a:pt x="29550" y="329736"/>
                  <a:pt x="0" y="300186"/>
                  <a:pt x="0" y="263789"/>
                </a:cubicBezTo>
                <a:lnTo>
                  <a:pt x="0" y="65947"/>
                </a:lnTo>
                <a:cubicBezTo>
                  <a:pt x="0" y="29550"/>
                  <a:pt x="29550" y="0"/>
                  <a:pt x="6594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498840" y="2613559"/>
            <a:ext cx="140138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97950" y="2547728"/>
            <a:ext cx="4954288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Viết Implementation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97950" y="2745655"/>
            <a:ext cx="4946045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tối thiểu để pass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69321" y="3009270"/>
            <a:ext cx="329736" cy="329736"/>
          </a:xfrm>
          <a:custGeom>
            <a:avLst/>
            <a:gdLst/>
            <a:ahLst/>
            <a:cxnLst/>
            <a:rect l="l" t="t" r="r" b="b"/>
            <a:pathLst>
              <a:path w="329736" h="329736">
                <a:moveTo>
                  <a:pt x="65947" y="0"/>
                </a:moveTo>
                <a:lnTo>
                  <a:pt x="263789" y="0"/>
                </a:lnTo>
                <a:cubicBezTo>
                  <a:pt x="300186" y="0"/>
                  <a:pt x="329736" y="29550"/>
                  <a:pt x="329736" y="65947"/>
                </a:cubicBezTo>
                <a:lnTo>
                  <a:pt x="329736" y="263789"/>
                </a:lnTo>
                <a:cubicBezTo>
                  <a:pt x="329736" y="300186"/>
                  <a:pt x="300186" y="329736"/>
                  <a:pt x="263789" y="329736"/>
                </a:cubicBezTo>
                <a:lnTo>
                  <a:pt x="65947" y="329736"/>
                </a:lnTo>
                <a:cubicBezTo>
                  <a:pt x="29550" y="329736"/>
                  <a:pt x="0" y="300186"/>
                  <a:pt x="0" y="263789"/>
                </a:cubicBezTo>
                <a:lnTo>
                  <a:pt x="0" y="65947"/>
                </a:lnTo>
                <a:cubicBezTo>
                  <a:pt x="0" y="29550"/>
                  <a:pt x="29550" y="0"/>
                  <a:pt x="65947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500557" y="3075105"/>
            <a:ext cx="13189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97950" y="3009270"/>
            <a:ext cx="4954288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Chạy lại Test → Thành công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97950" y="3207201"/>
            <a:ext cx="4946045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Refactor nếu cần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99873" y="3715401"/>
            <a:ext cx="5655894" cy="3141654"/>
          </a:xfrm>
          <a:custGeom>
            <a:avLst/>
            <a:gdLst/>
            <a:ahLst/>
            <a:cxnLst/>
            <a:rect l="l" t="t" r="r" b="b"/>
            <a:pathLst>
              <a:path w="5655894" h="3141654">
                <a:moveTo>
                  <a:pt x="98931" y="0"/>
                </a:moveTo>
                <a:lnTo>
                  <a:pt x="5556963" y="0"/>
                </a:lnTo>
                <a:cubicBezTo>
                  <a:pt x="5611601" y="0"/>
                  <a:pt x="5655894" y="44293"/>
                  <a:pt x="5655894" y="98931"/>
                </a:cubicBezTo>
                <a:lnTo>
                  <a:pt x="5655894" y="3042724"/>
                </a:lnTo>
                <a:cubicBezTo>
                  <a:pt x="5655894" y="3097361"/>
                  <a:pt x="5611601" y="3141654"/>
                  <a:pt x="5556963" y="3141654"/>
                </a:cubicBezTo>
                <a:lnTo>
                  <a:pt x="98931" y="3141654"/>
                </a:lnTo>
                <a:cubicBezTo>
                  <a:pt x="44293" y="3141654"/>
                  <a:pt x="0" y="3097361"/>
                  <a:pt x="0" y="3042724"/>
                </a:cubicBezTo>
                <a:lnTo>
                  <a:pt x="0" y="98931"/>
                </a:lnTo>
                <a:cubicBezTo>
                  <a:pt x="0" y="44329"/>
                  <a:pt x="44329" y="0"/>
                  <a:pt x="9893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89930" y="3917764"/>
            <a:ext cx="164868" cy="164868"/>
          </a:xfrm>
          <a:custGeom>
            <a:avLst/>
            <a:gdLst/>
            <a:ahLst/>
            <a:cxnLst/>
            <a:rect l="l" t="t" r="r" b="b"/>
            <a:pathLst>
              <a:path w="164868" h="164868">
                <a:moveTo>
                  <a:pt x="128320" y="3928"/>
                </a:moveTo>
                <a:lnTo>
                  <a:pt x="99919" y="32330"/>
                </a:lnTo>
                <a:lnTo>
                  <a:pt x="132539" y="64949"/>
                </a:lnTo>
                <a:lnTo>
                  <a:pt x="160940" y="36548"/>
                </a:lnTo>
                <a:cubicBezTo>
                  <a:pt x="163451" y="34004"/>
                  <a:pt x="164868" y="30591"/>
                  <a:pt x="164868" y="27049"/>
                </a:cubicBezTo>
                <a:cubicBezTo>
                  <a:pt x="164868" y="23507"/>
                  <a:pt x="163451" y="20093"/>
                  <a:pt x="160940" y="17549"/>
                </a:cubicBezTo>
                <a:lnTo>
                  <a:pt x="147319" y="3928"/>
                </a:lnTo>
                <a:cubicBezTo>
                  <a:pt x="144775" y="1417"/>
                  <a:pt x="141362" y="0"/>
                  <a:pt x="137819" y="0"/>
                </a:cubicBezTo>
                <a:cubicBezTo>
                  <a:pt x="134277" y="0"/>
                  <a:pt x="130864" y="1417"/>
                  <a:pt x="128320" y="3928"/>
                </a:cubicBezTo>
                <a:close/>
                <a:moveTo>
                  <a:pt x="89003" y="43246"/>
                </a:moveTo>
                <a:lnTo>
                  <a:pt x="3928" y="128320"/>
                </a:lnTo>
                <a:cubicBezTo>
                  <a:pt x="1417" y="130864"/>
                  <a:pt x="0" y="134277"/>
                  <a:pt x="0" y="137819"/>
                </a:cubicBezTo>
                <a:cubicBezTo>
                  <a:pt x="0" y="141362"/>
                  <a:pt x="1417" y="144775"/>
                  <a:pt x="3928" y="147319"/>
                </a:cubicBezTo>
                <a:lnTo>
                  <a:pt x="17549" y="160940"/>
                </a:lnTo>
                <a:cubicBezTo>
                  <a:pt x="20093" y="163451"/>
                  <a:pt x="23507" y="164868"/>
                  <a:pt x="27049" y="164868"/>
                </a:cubicBezTo>
                <a:cubicBezTo>
                  <a:pt x="30591" y="164868"/>
                  <a:pt x="34004" y="163451"/>
                  <a:pt x="36548" y="160940"/>
                </a:cubicBezTo>
                <a:lnTo>
                  <a:pt x="121622" y="75865"/>
                </a:lnTo>
                <a:lnTo>
                  <a:pt x="89003" y="4324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4" name="Text 52"/>
          <p:cNvSpPr/>
          <p:nvPr/>
        </p:nvSpPr>
        <p:spPr>
          <a:xfrm>
            <a:off x="6674298" y="3884847"/>
            <a:ext cx="1945444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Ứng dụng GenAI vào TDD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69321" y="4247359"/>
            <a:ext cx="5316998" cy="1154077"/>
          </a:xfrm>
          <a:custGeom>
            <a:avLst/>
            <a:gdLst/>
            <a:ahLst/>
            <a:cxnLst/>
            <a:rect l="l" t="t" r="r" b="b"/>
            <a:pathLst>
              <a:path w="5316998" h="1154077">
                <a:moveTo>
                  <a:pt x="65944" y="0"/>
                </a:moveTo>
                <a:lnTo>
                  <a:pt x="5251054" y="0"/>
                </a:lnTo>
                <a:cubicBezTo>
                  <a:pt x="5287474" y="0"/>
                  <a:pt x="5316998" y="29524"/>
                  <a:pt x="5316998" y="65944"/>
                </a:cubicBezTo>
                <a:lnTo>
                  <a:pt x="5316998" y="1088133"/>
                </a:lnTo>
                <a:cubicBezTo>
                  <a:pt x="5316998" y="1124553"/>
                  <a:pt x="5287474" y="1154077"/>
                  <a:pt x="5251054" y="1154077"/>
                </a:cubicBezTo>
                <a:lnTo>
                  <a:pt x="65944" y="1154077"/>
                </a:lnTo>
                <a:cubicBezTo>
                  <a:pt x="29524" y="1154077"/>
                  <a:pt x="0" y="1124553"/>
                  <a:pt x="0" y="1088133"/>
                </a:cubicBezTo>
                <a:lnTo>
                  <a:pt x="0" y="65944"/>
                </a:lnTo>
                <a:cubicBezTo>
                  <a:pt x="0" y="29548"/>
                  <a:pt x="29548" y="0"/>
                  <a:pt x="6594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501129" y="4379165"/>
            <a:ext cx="5110913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Copy thông báo lỗi cho AI sửa: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517616" y="4659099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2422" y="30552"/>
                </a:moveTo>
                <a:cubicBezTo>
                  <a:pt x="-799" y="27332"/>
                  <a:pt x="-799" y="22103"/>
                  <a:pt x="2422" y="18883"/>
                </a:cubicBezTo>
                <a:cubicBezTo>
                  <a:pt x="5642" y="15662"/>
                  <a:pt x="10871" y="15662"/>
                  <a:pt x="14091" y="18883"/>
                </a:cubicBezTo>
                <a:lnTo>
                  <a:pt x="55308" y="60100"/>
                </a:lnTo>
                <a:cubicBezTo>
                  <a:pt x="58528" y="63320"/>
                  <a:pt x="58528" y="68549"/>
                  <a:pt x="55308" y="71769"/>
                </a:cubicBezTo>
                <a:lnTo>
                  <a:pt x="14091" y="112986"/>
                </a:lnTo>
                <a:cubicBezTo>
                  <a:pt x="10871" y="116206"/>
                  <a:pt x="5642" y="116206"/>
                  <a:pt x="2422" y="112986"/>
                </a:cubicBezTo>
                <a:cubicBezTo>
                  <a:pt x="-799" y="109766"/>
                  <a:pt x="-799" y="104537"/>
                  <a:pt x="2422" y="101317"/>
                </a:cubicBezTo>
                <a:lnTo>
                  <a:pt x="37791" y="65947"/>
                </a:lnTo>
                <a:lnTo>
                  <a:pt x="2422" y="30552"/>
                </a:lnTo>
                <a:close/>
                <a:moveTo>
                  <a:pt x="57704" y="98921"/>
                </a:moveTo>
                <a:lnTo>
                  <a:pt x="123651" y="98921"/>
                </a:lnTo>
                <a:cubicBezTo>
                  <a:pt x="128211" y="98921"/>
                  <a:pt x="131895" y="102605"/>
                  <a:pt x="131895" y="107164"/>
                </a:cubicBezTo>
                <a:cubicBezTo>
                  <a:pt x="131895" y="111724"/>
                  <a:pt x="128211" y="115408"/>
                  <a:pt x="123651" y="115408"/>
                </a:cubicBezTo>
                <a:lnTo>
                  <a:pt x="57704" y="115408"/>
                </a:lnTo>
                <a:cubicBezTo>
                  <a:pt x="53144" y="115408"/>
                  <a:pt x="49460" y="111724"/>
                  <a:pt x="49460" y="107164"/>
                </a:cubicBezTo>
                <a:cubicBezTo>
                  <a:pt x="49460" y="102605"/>
                  <a:pt x="53144" y="98921"/>
                  <a:pt x="57704" y="9892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8" name="Text 56"/>
          <p:cNvSpPr/>
          <p:nvPr/>
        </p:nvSpPr>
        <p:spPr>
          <a:xfrm>
            <a:off x="6731830" y="4642785"/>
            <a:ext cx="1277728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@terminal /fix (VS Code)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517616" y="4889657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16487" y="0"/>
                </a:moveTo>
                <a:cubicBezTo>
                  <a:pt x="7393" y="0"/>
                  <a:pt x="0" y="7393"/>
                  <a:pt x="0" y="16487"/>
                </a:cubicBezTo>
                <a:lnTo>
                  <a:pt x="0" y="98921"/>
                </a:lnTo>
                <a:cubicBezTo>
                  <a:pt x="0" y="108014"/>
                  <a:pt x="7393" y="115408"/>
                  <a:pt x="16487" y="115408"/>
                </a:cubicBezTo>
                <a:lnTo>
                  <a:pt x="45339" y="115408"/>
                </a:lnTo>
                <a:lnTo>
                  <a:pt x="45339" y="57704"/>
                </a:lnTo>
                <a:cubicBezTo>
                  <a:pt x="45339" y="41758"/>
                  <a:pt x="58245" y="28852"/>
                  <a:pt x="74191" y="28852"/>
                </a:cubicBezTo>
                <a:lnTo>
                  <a:pt x="90677" y="28852"/>
                </a:lnTo>
                <a:lnTo>
                  <a:pt x="90677" y="16487"/>
                </a:lnTo>
                <a:cubicBezTo>
                  <a:pt x="90677" y="7393"/>
                  <a:pt x="83284" y="0"/>
                  <a:pt x="74191" y="0"/>
                </a:cubicBezTo>
                <a:lnTo>
                  <a:pt x="16487" y="0"/>
                </a:lnTo>
                <a:close/>
                <a:moveTo>
                  <a:pt x="63886" y="28852"/>
                </a:moveTo>
                <a:lnTo>
                  <a:pt x="26791" y="28852"/>
                </a:lnTo>
                <a:cubicBezTo>
                  <a:pt x="23365" y="28852"/>
                  <a:pt x="20609" y="26096"/>
                  <a:pt x="20609" y="22669"/>
                </a:cubicBezTo>
                <a:cubicBezTo>
                  <a:pt x="20609" y="19243"/>
                  <a:pt x="23365" y="16487"/>
                  <a:pt x="26791" y="16487"/>
                </a:cubicBezTo>
                <a:lnTo>
                  <a:pt x="63886" y="16487"/>
                </a:lnTo>
                <a:cubicBezTo>
                  <a:pt x="67313" y="16487"/>
                  <a:pt x="70069" y="19243"/>
                  <a:pt x="70069" y="22669"/>
                </a:cubicBezTo>
                <a:cubicBezTo>
                  <a:pt x="70069" y="26096"/>
                  <a:pt x="67313" y="28852"/>
                  <a:pt x="63886" y="28852"/>
                </a:cubicBezTo>
                <a:close/>
                <a:moveTo>
                  <a:pt x="74191" y="41217"/>
                </a:moveTo>
                <a:cubicBezTo>
                  <a:pt x="65097" y="41217"/>
                  <a:pt x="57704" y="48610"/>
                  <a:pt x="57704" y="57704"/>
                </a:cubicBezTo>
                <a:lnTo>
                  <a:pt x="57704" y="115408"/>
                </a:lnTo>
                <a:cubicBezTo>
                  <a:pt x="57704" y="124501"/>
                  <a:pt x="65097" y="131895"/>
                  <a:pt x="74191" y="131895"/>
                </a:cubicBezTo>
                <a:lnTo>
                  <a:pt x="115408" y="131895"/>
                </a:lnTo>
                <a:cubicBezTo>
                  <a:pt x="124501" y="131895"/>
                  <a:pt x="131895" y="124501"/>
                  <a:pt x="131895" y="115408"/>
                </a:cubicBezTo>
                <a:lnTo>
                  <a:pt x="131895" y="72774"/>
                </a:lnTo>
                <a:cubicBezTo>
                  <a:pt x="131895" y="68395"/>
                  <a:pt x="130169" y="64196"/>
                  <a:pt x="127077" y="61104"/>
                </a:cubicBezTo>
                <a:lnTo>
                  <a:pt x="112007" y="46034"/>
                </a:lnTo>
                <a:cubicBezTo>
                  <a:pt x="108916" y="42943"/>
                  <a:pt x="104717" y="41217"/>
                  <a:pt x="100338" y="41217"/>
                </a:cubicBezTo>
                <a:lnTo>
                  <a:pt x="74191" y="4121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0" name="Text 58"/>
          <p:cNvSpPr/>
          <p:nvPr/>
        </p:nvSpPr>
        <p:spPr>
          <a:xfrm>
            <a:off x="6731830" y="4873343"/>
            <a:ext cx="1154077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Paste Error (PyCharm)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501129" y="5120215"/>
            <a:ext cx="164868" cy="131895"/>
          </a:xfrm>
          <a:custGeom>
            <a:avLst/>
            <a:gdLst/>
            <a:ahLst/>
            <a:cxnLst/>
            <a:rect l="l" t="t" r="r" b="b"/>
            <a:pathLst>
              <a:path w="164868" h="131895">
                <a:moveTo>
                  <a:pt x="90677" y="0"/>
                </a:moveTo>
                <a:cubicBezTo>
                  <a:pt x="90677" y="-4560"/>
                  <a:pt x="86994" y="-8243"/>
                  <a:pt x="82434" y="-8243"/>
                </a:cubicBezTo>
                <a:cubicBezTo>
                  <a:pt x="77874" y="-8243"/>
                  <a:pt x="74191" y="-4560"/>
                  <a:pt x="74191" y="0"/>
                </a:cubicBezTo>
                <a:lnTo>
                  <a:pt x="74191" y="16487"/>
                </a:lnTo>
                <a:lnTo>
                  <a:pt x="49460" y="16487"/>
                </a:lnTo>
                <a:cubicBezTo>
                  <a:pt x="35807" y="16487"/>
                  <a:pt x="24730" y="27564"/>
                  <a:pt x="24730" y="41217"/>
                </a:cubicBezTo>
                <a:lnTo>
                  <a:pt x="24730" y="98921"/>
                </a:lnTo>
                <a:cubicBezTo>
                  <a:pt x="24730" y="112574"/>
                  <a:pt x="35807" y="123651"/>
                  <a:pt x="49460" y="123651"/>
                </a:cubicBezTo>
                <a:lnTo>
                  <a:pt x="115408" y="123651"/>
                </a:lnTo>
                <a:cubicBezTo>
                  <a:pt x="129061" y="123651"/>
                  <a:pt x="140138" y="112574"/>
                  <a:pt x="140138" y="98921"/>
                </a:cubicBezTo>
                <a:lnTo>
                  <a:pt x="140138" y="41217"/>
                </a:lnTo>
                <a:cubicBezTo>
                  <a:pt x="140138" y="27564"/>
                  <a:pt x="129061" y="16487"/>
                  <a:pt x="115408" y="16487"/>
                </a:cubicBezTo>
                <a:lnTo>
                  <a:pt x="90677" y="16487"/>
                </a:lnTo>
                <a:lnTo>
                  <a:pt x="90677" y="0"/>
                </a:lnTo>
                <a:close/>
                <a:moveTo>
                  <a:pt x="41217" y="94799"/>
                </a:moveTo>
                <a:cubicBezTo>
                  <a:pt x="41217" y="91373"/>
                  <a:pt x="43973" y="88617"/>
                  <a:pt x="47400" y="88617"/>
                </a:cubicBezTo>
                <a:lnTo>
                  <a:pt x="55643" y="88617"/>
                </a:lnTo>
                <a:cubicBezTo>
                  <a:pt x="59069" y="88617"/>
                  <a:pt x="61826" y="91373"/>
                  <a:pt x="61826" y="94799"/>
                </a:cubicBezTo>
                <a:cubicBezTo>
                  <a:pt x="61826" y="98225"/>
                  <a:pt x="59069" y="100982"/>
                  <a:pt x="55643" y="100982"/>
                </a:cubicBezTo>
                <a:lnTo>
                  <a:pt x="47400" y="100982"/>
                </a:lnTo>
                <a:cubicBezTo>
                  <a:pt x="43973" y="100982"/>
                  <a:pt x="41217" y="98225"/>
                  <a:pt x="41217" y="94799"/>
                </a:cubicBezTo>
                <a:close/>
                <a:moveTo>
                  <a:pt x="72130" y="94799"/>
                </a:moveTo>
                <a:cubicBezTo>
                  <a:pt x="72130" y="91373"/>
                  <a:pt x="74886" y="88617"/>
                  <a:pt x="78312" y="88617"/>
                </a:cubicBezTo>
                <a:lnTo>
                  <a:pt x="86556" y="88617"/>
                </a:lnTo>
                <a:cubicBezTo>
                  <a:pt x="89982" y="88617"/>
                  <a:pt x="92738" y="91373"/>
                  <a:pt x="92738" y="94799"/>
                </a:cubicBezTo>
                <a:cubicBezTo>
                  <a:pt x="92738" y="98225"/>
                  <a:pt x="89982" y="100982"/>
                  <a:pt x="86556" y="100982"/>
                </a:cubicBezTo>
                <a:lnTo>
                  <a:pt x="78312" y="100982"/>
                </a:lnTo>
                <a:cubicBezTo>
                  <a:pt x="74886" y="100982"/>
                  <a:pt x="72130" y="98225"/>
                  <a:pt x="72130" y="94799"/>
                </a:cubicBezTo>
                <a:close/>
                <a:moveTo>
                  <a:pt x="103043" y="94799"/>
                </a:moveTo>
                <a:cubicBezTo>
                  <a:pt x="103043" y="91373"/>
                  <a:pt x="105799" y="88617"/>
                  <a:pt x="109225" y="88617"/>
                </a:cubicBezTo>
                <a:lnTo>
                  <a:pt x="117469" y="88617"/>
                </a:lnTo>
                <a:cubicBezTo>
                  <a:pt x="120895" y="88617"/>
                  <a:pt x="123651" y="91373"/>
                  <a:pt x="123651" y="94799"/>
                </a:cubicBezTo>
                <a:cubicBezTo>
                  <a:pt x="123651" y="98225"/>
                  <a:pt x="120895" y="100982"/>
                  <a:pt x="117469" y="100982"/>
                </a:cubicBezTo>
                <a:lnTo>
                  <a:pt x="109225" y="100982"/>
                </a:lnTo>
                <a:cubicBezTo>
                  <a:pt x="105799" y="100982"/>
                  <a:pt x="103043" y="98225"/>
                  <a:pt x="103043" y="94799"/>
                </a:cubicBezTo>
                <a:close/>
                <a:moveTo>
                  <a:pt x="57704" y="45339"/>
                </a:moveTo>
                <a:cubicBezTo>
                  <a:pt x="64528" y="45339"/>
                  <a:pt x="70069" y="50879"/>
                  <a:pt x="70069" y="57704"/>
                </a:cubicBezTo>
                <a:cubicBezTo>
                  <a:pt x="70069" y="64528"/>
                  <a:pt x="64528" y="70069"/>
                  <a:pt x="57704" y="70069"/>
                </a:cubicBezTo>
                <a:cubicBezTo>
                  <a:pt x="50879" y="70069"/>
                  <a:pt x="45339" y="64528"/>
                  <a:pt x="45339" y="57704"/>
                </a:cubicBezTo>
                <a:cubicBezTo>
                  <a:pt x="45339" y="50879"/>
                  <a:pt x="50879" y="45339"/>
                  <a:pt x="57704" y="45339"/>
                </a:cubicBezTo>
                <a:close/>
                <a:moveTo>
                  <a:pt x="94799" y="57704"/>
                </a:moveTo>
                <a:cubicBezTo>
                  <a:pt x="94799" y="50879"/>
                  <a:pt x="100340" y="45339"/>
                  <a:pt x="107164" y="45339"/>
                </a:cubicBezTo>
                <a:cubicBezTo>
                  <a:pt x="113989" y="45339"/>
                  <a:pt x="119529" y="50879"/>
                  <a:pt x="119529" y="57704"/>
                </a:cubicBezTo>
                <a:cubicBezTo>
                  <a:pt x="119529" y="64528"/>
                  <a:pt x="113989" y="70069"/>
                  <a:pt x="107164" y="70069"/>
                </a:cubicBezTo>
                <a:cubicBezTo>
                  <a:pt x="100340" y="70069"/>
                  <a:pt x="94799" y="64528"/>
                  <a:pt x="94799" y="57704"/>
                </a:cubicBezTo>
                <a:close/>
                <a:moveTo>
                  <a:pt x="16487" y="57704"/>
                </a:moveTo>
                <a:cubicBezTo>
                  <a:pt x="16487" y="53144"/>
                  <a:pt x="12803" y="49460"/>
                  <a:pt x="8243" y="49460"/>
                </a:cubicBezTo>
                <a:cubicBezTo>
                  <a:pt x="3684" y="49460"/>
                  <a:pt x="0" y="53144"/>
                  <a:pt x="0" y="57704"/>
                </a:cubicBezTo>
                <a:lnTo>
                  <a:pt x="0" y="82434"/>
                </a:lnTo>
                <a:cubicBezTo>
                  <a:pt x="0" y="86994"/>
                  <a:pt x="3684" y="90677"/>
                  <a:pt x="8243" y="90677"/>
                </a:cubicBezTo>
                <a:cubicBezTo>
                  <a:pt x="12803" y="90677"/>
                  <a:pt x="16487" y="86994"/>
                  <a:pt x="16487" y="82434"/>
                </a:cubicBezTo>
                <a:lnTo>
                  <a:pt x="16487" y="57704"/>
                </a:lnTo>
                <a:close/>
                <a:moveTo>
                  <a:pt x="156625" y="49460"/>
                </a:moveTo>
                <a:cubicBezTo>
                  <a:pt x="152065" y="49460"/>
                  <a:pt x="148381" y="53144"/>
                  <a:pt x="148381" y="57704"/>
                </a:cubicBezTo>
                <a:lnTo>
                  <a:pt x="148381" y="82434"/>
                </a:lnTo>
                <a:cubicBezTo>
                  <a:pt x="148381" y="86994"/>
                  <a:pt x="152065" y="90677"/>
                  <a:pt x="156625" y="90677"/>
                </a:cubicBezTo>
                <a:cubicBezTo>
                  <a:pt x="161184" y="90677"/>
                  <a:pt x="164868" y="86994"/>
                  <a:pt x="164868" y="82434"/>
                </a:cubicBezTo>
                <a:lnTo>
                  <a:pt x="164868" y="57704"/>
                </a:lnTo>
                <a:cubicBezTo>
                  <a:pt x="164868" y="53144"/>
                  <a:pt x="161184" y="49460"/>
                  <a:pt x="156625" y="4946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2" name="Text 60"/>
          <p:cNvSpPr/>
          <p:nvPr/>
        </p:nvSpPr>
        <p:spPr>
          <a:xfrm>
            <a:off x="6731830" y="5103901"/>
            <a:ext cx="1096373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 sửa liên tục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73901" y="5536820"/>
            <a:ext cx="5309670" cy="404843"/>
          </a:xfrm>
          <a:custGeom>
            <a:avLst/>
            <a:gdLst/>
            <a:ahLst/>
            <a:cxnLst/>
            <a:rect l="l" t="t" r="r" b="b"/>
            <a:pathLst>
              <a:path w="5309670" h="404843">
                <a:moveTo>
                  <a:pt x="65949" y="0"/>
                </a:moveTo>
                <a:lnTo>
                  <a:pt x="5243722" y="0"/>
                </a:lnTo>
                <a:cubicBezTo>
                  <a:pt x="5280144" y="0"/>
                  <a:pt x="5309670" y="29526"/>
                  <a:pt x="5309670" y="65949"/>
                </a:cubicBezTo>
                <a:lnTo>
                  <a:pt x="5309670" y="338894"/>
                </a:lnTo>
                <a:cubicBezTo>
                  <a:pt x="5309670" y="375317"/>
                  <a:pt x="5280144" y="404843"/>
                  <a:pt x="5243722" y="404843"/>
                </a:cubicBezTo>
                <a:lnTo>
                  <a:pt x="65949" y="404843"/>
                </a:lnTo>
                <a:cubicBezTo>
                  <a:pt x="29551" y="404843"/>
                  <a:pt x="0" y="375292"/>
                  <a:pt x="0" y="338894"/>
                </a:cubicBezTo>
                <a:lnTo>
                  <a:pt x="0" y="65949"/>
                </a:lnTo>
                <a:cubicBezTo>
                  <a:pt x="0" y="29551"/>
                  <a:pt x="29551" y="0"/>
                  <a:pt x="6594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4111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44399" y="5640294"/>
            <a:ext cx="5168617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9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tự động sửa đến khi pass tất cả tests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a614028267b22389a362c214252b4614bc70b138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212452"/>
            <a:ext cx="2045957" cy="1640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5E8B7E">
                    <a:alpha val="3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871885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 và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Management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4529170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Tối ưu hóa hiệu năng với sự hỗ trợ của GenAI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530043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5"/>
          <p:cNvSpPr/>
          <p:nvPr/>
        </p:nvSpPr>
        <p:spPr>
          <a:xfrm>
            <a:off x="1295301" y="5205180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677" y="366677"/>
            <a:ext cx="1153198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spc="58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3: RUNTIME &amp; MEMORY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6677" y="659987"/>
            <a:ext cx="11623651" cy="36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Phân tích Runtime và Memory Profiling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1769" y="1215094"/>
            <a:ext cx="5611172" cy="3823623"/>
          </a:xfrm>
          <a:custGeom>
            <a:avLst/>
            <a:gdLst/>
            <a:ahLst/>
            <a:cxnLst/>
            <a:rect l="l" t="t" r="r" b="b"/>
            <a:pathLst>
              <a:path w="5611172" h="3823623">
                <a:moveTo>
                  <a:pt x="110006" y="0"/>
                </a:moveTo>
                <a:lnTo>
                  <a:pt x="5501166" y="0"/>
                </a:lnTo>
                <a:cubicBezTo>
                  <a:pt x="5561921" y="0"/>
                  <a:pt x="5611172" y="49251"/>
                  <a:pt x="5611172" y="110006"/>
                </a:cubicBezTo>
                <a:lnTo>
                  <a:pt x="5611172" y="3713617"/>
                </a:lnTo>
                <a:cubicBezTo>
                  <a:pt x="5611172" y="3774372"/>
                  <a:pt x="5561921" y="3823623"/>
                  <a:pt x="5501166" y="3823623"/>
                </a:cubicBezTo>
                <a:lnTo>
                  <a:pt x="110006" y="3823623"/>
                </a:lnTo>
                <a:cubicBezTo>
                  <a:pt x="49251" y="3823623"/>
                  <a:pt x="0" y="3774372"/>
                  <a:pt x="0" y="3713617"/>
                </a:cubicBezTo>
                <a:lnTo>
                  <a:pt x="0" y="110006"/>
                </a:lnTo>
                <a:cubicBezTo>
                  <a:pt x="0" y="49251"/>
                  <a:pt x="49251" y="0"/>
                  <a:pt x="11000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3118" y="1440128"/>
            <a:ext cx="183338" cy="183338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91669" y="0"/>
                </a:moveTo>
                <a:cubicBezTo>
                  <a:pt x="142263" y="0"/>
                  <a:pt x="183338" y="41076"/>
                  <a:pt x="183338" y="91669"/>
                </a:cubicBezTo>
                <a:cubicBezTo>
                  <a:pt x="183338" y="142263"/>
                  <a:pt x="142263" y="183338"/>
                  <a:pt x="91669" y="183338"/>
                </a:cubicBezTo>
                <a:cubicBezTo>
                  <a:pt x="41076" y="183338"/>
                  <a:pt x="0" y="142263"/>
                  <a:pt x="0" y="91669"/>
                </a:cubicBezTo>
                <a:cubicBezTo>
                  <a:pt x="0" y="41076"/>
                  <a:pt x="41076" y="0"/>
                  <a:pt x="91669" y="0"/>
                </a:cubicBezTo>
                <a:close/>
                <a:moveTo>
                  <a:pt x="83075" y="42970"/>
                </a:moveTo>
                <a:lnTo>
                  <a:pt x="83075" y="91669"/>
                </a:lnTo>
                <a:cubicBezTo>
                  <a:pt x="83075" y="94534"/>
                  <a:pt x="84508" y="97219"/>
                  <a:pt x="86907" y="98831"/>
                </a:cubicBezTo>
                <a:lnTo>
                  <a:pt x="121283" y="121748"/>
                </a:lnTo>
                <a:cubicBezTo>
                  <a:pt x="125222" y="124398"/>
                  <a:pt x="130557" y="123324"/>
                  <a:pt x="133207" y="119349"/>
                </a:cubicBezTo>
                <a:cubicBezTo>
                  <a:pt x="135857" y="115374"/>
                  <a:pt x="134782" y="110075"/>
                  <a:pt x="130808" y="107425"/>
                </a:cubicBezTo>
                <a:lnTo>
                  <a:pt x="100263" y="87086"/>
                </a:lnTo>
                <a:lnTo>
                  <a:pt x="100263" y="42970"/>
                </a:lnTo>
                <a:cubicBezTo>
                  <a:pt x="100263" y="38207"/>
                  <a:pt x="96432" y="34376"/>
                  <a:pt x="91669" y="34376"/>
                </a:cubicBezTo>
                <a:cubicBezTo>
                  <a:pt x="86907" y="34376"/>
                  <a:pt x="83075" y="38207"/>
                  <a:pt x="83075" y="4297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Text 4"/>
          <p:cNvSpPr/>
          <p:nvPr/>
        </p:nvSpPr>
        <p:spPr>
          <a:xfrm>
            <a:off x="899345" y="1403523"/>
            <a:ext cx="1485041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 Profiling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0201" y="1806644"/>
            <a:ext cx="5234310" cy="1540042"/>
          </a:xfrm>
          <a:custGeom>
            <a:avLst/>
            <a:gdLst/>
            <a:ahLst/>
            <a:cxnLst/>
            <a:rect l="l" t="t" r="r" b="b"/>
            <a:pathLst>
              <a:path w="5234310" h="1540042">
                <a:moveTo>
                  <a:pt x="73337" y="0"/>
                </a:moveTo>
                <a:lnTo>
                  <a:pt x="5160973" y="0"/>
                </a:lnTo>
                <a:cubicBezTo>
                  <a:pt x="5201476" y="0"/>
                  <a:pt x="5234310" y="32834"/>
                  <a:pt x="5234310" y="73337"/>
                </a:cubicBezTo>
                <a:lnTo>
                  <a:pt x="5234310" y="1466705"/>
                </a:lnTo>
                <a:cubicBezTo>
                  <a:pt x="5234310" y="1507208"/>
                  <a:pt x="5201476" y="1540042"/>
                  <a:pt x="5160973" y="1540042"/>
                </a:cubicBezTo>
                <a:lnTo>
                  <a:pt x="73337" y="1540042"/>
                </a:lnTo>
                <a:cubicBezTo>
                  <a:pt x="32861" y="1540042"/>
                  <a:pt x="0" y="1507181"/>
                  <a:pt x="0" y="1466705"/>
                </a:cubicBezTo>
                <a:lnTo>
                  <a:pt x="0" y="73337"/>
                </a:lnTo>
                <a:cubicBezTo>
                  <a:pt x="0" y="32861"/>
                  <a:pt x="32861" y="0"/>
                  <a:pt x="7333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06776" y="1953220"/>
            <a:ext cx="5014304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Thư viện time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06776" y="2246535"/>
            <a:ext cx="4940968" cy="953359"/>
          </a:xfrm>
          <a:custGeom>
            <a:avLst/>
            <a:gdLst/>
            <a:ahLst/>
            <a:cxnLst/>
            <a:rect l="l" t="t" r="r" b="b"/>
            <a:pathLst>
              <a:path w="4940968" h="953359">
                <a:moveTo>
                  <a:pt x="36666" y="0"/>
                </a:moveTo>
                <a:lnTo>
                  <a:pt x="4904302" y="0"/>
                </a:lnTo>
                <a:cubicBezTo>
                  <a:pt x="4924552" y="0"/>
                  <a:pt x="4940968" y="16416"/>
                  <a:pt x="4940968" y="36666"/>
                </a:cubicBezTo>
                <a:lnTo>
                  <a:pt x="4940968" y="916693"/>
                </a:lnTo>
                <a:cubicBezTo>
                  <a:pt x="4940968" y="936943"/>
                  <a:pt x="4924552" y="953359"/>
                  <a:pt x="4904302" y="953359"/>
                </a:cubicBezTo>
                <a:lnTo>
                  <a:pt x="36666" y="953359"/>
                </a:lnTo>
                <a:cubicBezTo>
                  <a:pt x="16416" y="953359"/>
                  <a:pt x="0" y="936943"/>
                  <a:pt x="0" y="916693"/>
                </a:cubicBezTo>
                <a:lnTo>
                  <a:pt x="0" y="36666"/>
                </a:lnTo>
                <a:cubicBezTo>
                  <a:pt x="0" y="16430"/>
                  <a:pt x="16430" y="0"/>
                  <a:pt x="36666" y="0"/>
                </a:cubicBezTo>
                <a:close/>
              </a:path>
            </a:pathLst>
          </a:custGeom>
          <a:solidFill>
            <a:srgbClr val="1A1D24">
              <a:alpha val="7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06776" y="2246535"/>
            <a:ext cx="4995970" cy="953359"/>
          </a:xfrm>
          <a:prstGeom prst="rect">
            <a:avLst/>
          </a:prstGeom>
          <a:noFill/>
          <a:ln/>
        </p:spPr>
        <p:txBody>
          <a:bodyPr wrap="square" lIns="110003" tIns="110003" rIns="110003" bIns="110003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 time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start = time.time()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fibonacci(n)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elapsed = time.time() - start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0201" y="3492501"/>
            <a:ext cx="5234310" cy="660018"/>
          </a:xfrm>
          <a:custGeom>
            <a:avLst/>
            <a:gdLst/>
            <a:ahLst/>
            <a:cxnLst/>
            <a:rect l="l" t="t" r="r" b="b"/>
            <a:pathLst>
              <a:path w="5234310" h="660018">
                <a:moveTo>
                  <a:pt x="73335" y="0"/>
                </a:moveTo>
                <a:lnTo>
                  <a:pt x="5160975" y="0"/>
                </a:lnTo>
                <a:cubicBezTo>
                  <a:pt x="5201477" y="0"/>
                  <a:pt x="5234310" y="32833"/>
                  <a:pt x="5234310" y="73335"/>
                </a:cubicBezTo>
                <a:lnTo>
                  <a:pt x="5234310" y="586683"/>
                </a:lnTo>
                <a:cubicBezTo>
                  <a:pt x="5234310" y="627185"/>
                  <a:pt x="5201477" y="660018"/>
                  <a:pt x="5160975" y="660018"/>
                </a:cubicBezTo>
                <a:lnTo>
                  <a:pt x="73335" y="660018"/>
                </a:lnTo>
                <a:cubicBezTo>
                  <a:pt x="32833" y="660018"/>
                  <a:pt x="0" y="627185"/>
                  <a:pt x="0" y="586683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70172" y="3602469"/>
            <a:ext cx="1164198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Fibonacci đệ quy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73524" y="3602469"/>
            <a:ext cx="476680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O(2^n)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0172" y="3859178"/>
            <a:ext cx="5078472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ThờI gian tăng theo cấp số nhân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0201" y="4262299"/>
            <a:ext cx="5234310" cy="586683"/>
          </a:xfrm>
          <a:custGeom>
            <a:avLst/>
            <a:gdLst/>
            <a:ahLst/>
            <a:cxnLst/>
            <a:rect l="l" t="t" r="r" b="b"/>
            <a:pathLst>
              <a:path w="5234310" h="586683">
                <a:moveTo>
                  <a:pt x="73335" y="0"/>
                </a:moveTo>
                <a:lnTo>
                  <a:pt x="5160974" y="0"/>
                </a:lnTo>
                <a:cubicBezTo>
                  <a:pt x="5201476" y="0"/>
                  <a:pt x="5234310" y="32833"/>
                  <a:pt x="5234310" y="73335"/>
                </a:cubicBezTo>
                <a:lnTo>
                  <a:pt x="5234310" y="513347"/>
                </a:lnTo>
                <a:cubicBezTo>
                  <a:pt x="5234310" y="553849"/>
                  <a:pt x="5201476" y="586683"/>
                  <a:pt x="5160974" y="586683"/>
                </a:cubicBezTo>
                <a:lnTo>
                  <a:pt x="73335" y="586683"/>
                </a:lnTo>
                <a:cubicBezTo>
                  <a:pt x="32860" y="586683"/>
                  <a:pt x="0" y="553822"/>
                  <a:pt x="0" y="513347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70172" y="4372266"/>
            <a:ext cx="5078472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n=35: ~1 giây | n=40: ~6 giây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0172" y="4555452"/>
            <a:ext cx="5078472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n=100: Không khả thI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1769" y="5230553"/>
            <a:ext cx="5611172" cy="1623563"/>
          </a:xfrm>
          <a:custGeom>
            <a:avLst/>
            <a:gdLst/>
            <a:ahLst/>
            <a:cxnLst/>
            <a:rect l="l" t="t" r="r" b="b"/>
            <a:pathLst>
              <a:path w="5611172" h="1623563">
                <a:moveTo>
                  <a:pt x="109996" y="0"/>
                </a:moveTo>
                <a:lnTo>
                  <a:pt x="5501176" y="0"/>
                </a:lnTo>
                <a:cubicBezTo>
                  <a:pt x="5561925" y="0"/>
                  <a:pt x="5611172" y="49247"/>
                  <a:pt x="5611172" y="109996"/>
                </a:cubicBezTo>
                <a:lnTo>
                  <a:pt x="5611172" y="1513567"/>
                </a:lnTo>
                <a:cubicBezTo>
                  <a:pt x="5611172" y="1574316"/>
                  <a:pt x="5561925" y="1623563"/>
                  <a:pt x="5501176" y="1623563"/>
                </a:cubicBezTo>
                <a:lnTo>
                  <a:pt x="109996" y="1623563"/>
                </a:lnTo>
                <a:cubicBezTo>
                  <a:pt x="49247" y="1623563"/>
                  <a:pt x="0" y="1574316"/>
                  <a:pt x="0" y="1513567"/>
                </a:cubicBezTo>
                <a:lnTo>
                  <a:pt x="0" y="109996"/>
                </a:lnTo>
                <a:cubicBezTo>
                  <a:pt x="0" y="49288"/>
                  <a:pt x="49288" y="0"/>
                  <a:pt x="10999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3118" y="5455591"/>
            <a:ext cx="183338" cy="183338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22917" y="22917"/>
                </a:moveTo>
                <a:cubicBezTo>
                  <a:pt x="22917" y="16579"/>
                  <a:pt x="17797" y="11459"/>
                  <a:pt x="11459" y="11459"/>
                </a:cubicBezTo>
                <a:cubicBezTo>
                  <a:pt x="5121" y="11459"/>
                  <a:pt x="0" y="16579"/>
                  <a:pt x="0" y="22917"/>
                </a:cubicBezTo>
                <a:lnTo>
                  <a:pt x="0" y="143233"/>
                </a:lnTo>
                <a:cubicBezTo>
                  <a:pt x="0" y="159060"/>
                  <a:pt x="12819" y="171880"/>
                  <a:pt x="28647" y="171880"/>
                </a:cubicBezTo>
                <a:lnTo>
                  <a:pt x="171880" y="171880"/>
                </a:lnTo>
                <a:cubicBezTo>
                  <a:pt x="178218" y="171880"/>
                  <a:pt x="183338" y="166759"/>
                  <a:pt x="183338" y="160421"/>
                </a:cubicBezTo>
                <a:cubicBezTo>
                  <a:pt x="183338" y="154083"/>
                  <a:pt x="178218" y="148962"/>
                  <a:pt x="171880" y="148962"/>
                </a:cubicBezTo>
                <a:lnTo>
                  <a:pt x="28647" y="148962"/>
                </a:lnTo>
                <a:cubicBezTo>
                  <a:pt x="25495" y="148962"/>
                  <a:pt x="22917" y="146384"/>
                  <a:pt x="22917" y="143233"/>
                </a:cubicBezTo>
                <a:lnTo>
                  <a:pt x="22917" y="22917"/>
                </a:lnTo>
                <a:close/>
                <a:moveTo>
                  <a:pt x="168514" y="53927"/>
                </a:moveTo>
                <a:cubicBezTo>
                  <a:pt x="172990" y="49451"/>
                  <a:pt x="172990" y="42182"/>
                  <a:pt x="168514" y="37706"/>
                </a:cubicBezTo>
                <a:cubicBezTo>
                  <a:pt x="164038" y="33230"/>
                  <a:pt x="156769" y="33230"/>
                  <a:pt x="152293" y="37706"/>
                </a:cubicBezTo>
                <a:lnTo>
                  <a:pt x="114586" y="75448"/>
                </a:lnTo>
                <a:lnTo>
                  <a:pt x="94033" y="54930"/>
                </a:lnTo>
                <a:cubicBezTo>
                  <a:pt x="89556" y="50454"/>
                  <a:pt x="82287" y="50454"/>
                  <a:pt x="77811" y="54930"/>
                </a:cubicBezTo>
                <a:lnTo>
                  <a:pt x="43435" y="89306"/>
                </a:lnTo>
                <a:cubicBezTo>
                  <a:pt x="38959" y="93782"/>
                  <a:pt x="38959" y="101051"/>
                  <a:pt x="43435" y="105527"/>
                </a:cubicBezTo>
                <a:cubicBezTo>
                  <a:pt x="47911" y="110003"/>
                  <a:pt x="55181" y="110003"/>
                  <a:pt x="59657" y="105527"/>
                </a:cubicBezTo>
                <a:lnTo>
                  <a:pt x="85940" y="79244"/>
                </a:lnTo>
                <a:lnTo>
                  <a:pt x="106494" y="99798"/>
                </a:lnTo>
                <a:cubicBezTo>
                  <a:pt x="110970" y="104274"/>
                  <a:pt x="118239" y="104274"/>
                  <a:pt x="122715" y="99798"/>
                </a:cubicBezTo>
                <a:lnTo>
                  <a:pt x="168550" y="5396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8"/>
          <p:cNvSpPr/>
          <p:nvPr/>
        </p:nvSpPr>
        <p:spPr>
          <a:xfrm>
            <a:off x="899345" y="5418986"/>
            <a:ext cx="1475874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Phân tích kết quả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0201" y="5858712"/>
            <a:ext cx="110003" cy="110003"/>
          </a:xfrm>
          <a:custGeom>
            <a:avLst/>
            <a:gdLst/>
            <a:ahLst/>
            <a:cxnLst/>
            <a:rect l="l" t="t" r="r" b="b"/>
            <a:pathLst>
              <a:path w="110003" h="110003">
                <a:moveTo>
                  <a:pt x="55002" y="0"/>
                </a:moveTo>
                <a:lnTo>
                  <a:pt x="55002" y="0"/>
                </a:lnTo>
                <a:cubicBezTo>
                  <a:pt x="85358" y="0"/>
                  <a:pt x="110003" y="24645"/>
                  <a:pt x="110003" y="55002"/>
                </a:cubicBezTo>
                <a:lnTo>
                  <a:pt x="110003" y="55002"/>
                </a:lnTo>
                <a:cubicBezTo>
                  <a:pt x="110003" y="85358"/>
                  <a:pt x="85358" y="110003"/>
                  <a:pt x="55002" y="110003"/>
                </a:cubicBezTo>
                <a:lnTo>
                  <a:pt x="55002" y="110003"/>
                </a:lnTo>
                <a:cubicBezTo>
                  <a:pt x="24645" y="110003"/>
                  <a:pt x="0" y="85358"/>
                  <a:pt x="0" y="55002"/>
                </a:cubicBezTo>
                <a:lnTo>
                  <a:pt x="0" y="55002"/>
                </a:lnTo>
                <a:cubicBezTo>
                  <a:pt x="0" y="24645"/>
                  <a:pt x="24645" y="0"/>
                  <a:pt x="55002" y="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2" name="Text 20"/>
          <p:cNvSpPr/>
          <p:nvPr/>
        </p:nvSpPr>
        <p:spPr>
          <a:xfrm>
            <a:off x="780143" y="5822107"/>
            <a:ext cx="162254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Tốc độ tăng trưởng bùng nổ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0201" y="6151856"/>
            <a:ext cx="110003" cy="110003"/>
          </a:xfrm>
          <a:custGeom>
            <a:avLst/>
            <a:gdLst/>
            <a:ahLst/>
            <a:cxnLst/>
            <a:rect l="l" t="t" r="r" b="b"/>
            <a:pathLst>
              <a:path w="110003" h="110003">
                <a:moveTo>
                  <a:pt x="55002" y="0"/>
                </a:moveTo>
                <a:lnTo>
                  <a:pt x="55002" y="0"/>
                </a:lnTo>
                <a:cubicBezTo>
                  <a:pt x="85358" y="0"/>
                  <a:pt x="110003" y="24645"/>
                  <a:pt x="110003" y="55002"/>
                </a:cubicBezTo>
                <a:lnTo>
                  <a:pt x="110003" y="55002"/>
                </a:lnTo>
                <a:cubicBezTo>
                  <a:pt x="110003" y="85358"/>
                  <a:pt x="85358" y="110003"/>
                  <a:pt x="55002" y="110003"/>
                </a:cubicBezTo>
                <a:lnTo>
                  <a:pt x="55002" y="110003"/>
                </a:lnTo>
                <a:cubicBezTo>
                  <a:pt x="24645" y="110003"/>
                  <a:pt x="0" y="85358"/>
                  <a:pt x="0" y="55002"/>
                </a:cubicBezTo>
                <a:lnTo>
                  <a:pt x="0" y="55002"/>
                </a:lnTo>
                <a:cubicBezTo>
                  <a:pt x="0" y="24645"/>
                  <a:pt x="24645" y="0"/>
                  <a:pt x="55002" y="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4" name="Text 22"/>
          <p:cNvSpPr/>
          <p:nvPr/>
        </p:nvSpPr>
        <p:spPr>
          <a:xfrm>
            <a:off x="780143" y="6115260"/>
            <a:ext cx="1246701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Số phép tính tăng vọt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0201" y="6445010"/>
            <a:ext cx="110003" cy="110003"/>
          </a:xfrm>
          <a:custGeom>
            <a:avLst/>
            <a:gdLst/>
            <a:ahLst/>
            <a:cxnLst/>
            <a:rect l="l" t="t" r="r" b="b"/>
            <a:pathLst>
              <a:path w="110003" h="110003">
                <a:moveTo>
                  <a:pt x="55002" y="0"/>
                </a:moveTo>
                <a:lnTo>
                  <a:pt x="55002" y="0"/>
                </a:lnTo>
                <a:cubicBezTo>
                  <a:pt x="85358" y="0"/>
                  <a:pt x="110003" y="24645"/>
                  <a:pt x="110003" y="55002"/>
                </a:cubicBezTo>
                <a:lnTo>
                  <a:pt x="110003" y="55002"/>
                </a:lnTo>
                <a:cubicBezTo>
                  <a:pt x="110003" y="85358"/>
                  <a:pt x="85358" y="110003"/>
                  <a:pt x="55002" y="110003"/>
                </a:cubicBezTo>
                <a:lnTo>
                  <a:pt x="55002" y="110003"/>
                </a:lnTo>
                <a:cubicBezTo>
                  <a:pt x="24645" y="110003"/>
                  <a:pt x="0" y="85358"/>
                  <a:pt x="0" y="55002"/>
                </a:cubicBezTo>
                <a:lnTo>
                  <a:pt x="0" y="55002"/>
                </a:lnTo>
                <a:cubicBezTo>
                  <a:pt x="0" y="24645"/>
                  <a:pt x="24645" y="0"/>
                  <a:pt x="55002" y="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6" name="Text 24"/>
          <p:cNvSpPr/>
          <p:nvPr/>
        </p:nvSpPr>
        <p:spPr>
          <a:xfrm>
            <a:off x="780143" y="6408405"/>
            <a:ext cx="1155032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Độ phức tạp O(2^n)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09950" y="1215094"/>
            <a:ext cx="5611172" cy="3896958"/>
          </a:xfrm>
          <a:custGeom>
            <a:avLst/>
            <a:gdLst/>
            <a:ahLst/>
            <a:cxnLst/>
            <a:rect l="l" t="t" r="r" b="b"/>
            <a:pathLst>
              <a:path w="5611172" h="3896958">
                <a:moveTo>
                  <a:pt x="110011" y="0"/>
                </a:moveTo>
                <a:lnTo>
                  <a:pt x="5501161" y="0"/>
                </a:lnTo>
                <a:cubicBezTo>
                  <a:pt x="5561918" y="0"/>
                  <a:pt x="5611172" y="49254"/>
                  <a:pt x="5611172" y="110011"/>
                </a:cubicBezTo>
                <a:lnTo>
                  <a:pt x="5611172" y="3786947"/>
                </a:lnTo>
                <a:cubicBezTo>
                  <a:pt x="5611172" y="3847705"/>
                  <a:pt x="5561918" y="3896958"/>
                  <a:pt x="5501161" y="3896958"/>
                </a:cubicBezTo>
                <a:lnTo>
                  <a:pt x="110011" y="3896958"/>
                </a:lnTo>
                <a:cubicBezTo>
                  <a:pt x="49254" y="3896958"/>
                  <a:pt x="0" y="3847705"/>
                  <a:pt x="0" y="3786947"/>
                </a:cubicBezTo>
                <a:lnTo>
                  <a:pt x="0" y="110011"/>
                </a:lnTo>
                <a:cubicBezTo>
                  <a:pt x="0" y="49294"/>
                  <a:pt x="49294" y="0"/>
                  <a:pt x="11001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21299" y="1440128"/>
            <a:ext cx="183338" cy="183338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22917" y="22917"/>
                </a:moveTo>
                <a:cubicBezTo>
                  <a:pt x="10277" y="22917"/>
                  <a:pt x="0" y="33194"/>
                  <a:pt x="0" y="45835"/>
                </a:cubicBezTo>
                <a:lnTo>
                  <a:pt x="0" y="48484"/>
                </a:lnTo>
                <a:cubicBezTo>
                  <a:pt x="0" y="50919"/>
                  <a:pt x="1576" y="52996"/>
                  <a:pt x="3617" y="54321"/>
                </a:cubicBezTo>
                <a:cubicBezTo>
                  <a:pt x="8343" y="57401"/>
                  <a:pt x="11459" y="62700"/>
                  <a:pt x="11459" y="68752"/>
                </a:cubicBezTo>
                <a:cubicBezTo>
                  <a:pt x="11459" y="74803"/>
                  <a:pt x="8343" y="80103"/>
                  <a:pt x="3617" y="83183"/>
                </a:cubicBezTo>
                <a:cubicBezTo>
                  <a:pt x="1576" y="84508"/>
                  <a:pt x="0" y="86584"/>
                  <a:pt x="0" y="89019"/>
                </a:cubicBezTo>
                <a:lnTo>
                  <a:pt x="0" y="108857"/>
                </a:lnTo>
                <a:lnTo>
                  <a:pt x="183338" y="108857"/>
                </a:lnTo>
                <a:lnTo>
                  <a:pt x="183338" y="89019"/>
                </a:lnTo>
                <a:cubicBezTo>
                  <a:pt x="183338" y="86584"/>
                  <a:pt x="181763" y="84508"/>
                  <a:pt x="179722" y="83183"/>
                </a:cubicBezTo>
                <a:cubicBezTo>
                  <a:pt x="174995" y="80103"/>
                  <a:pt x="171880" y="74803"/>
                  <a:pt x="171880" y="68752"/>
                </a:cubicBezTo>
                <a:cubicBezTo>
                  <a:pt x="171880" y="62700"/>
                  <a:pt x="174995" y="57401"/>
                  <a:pt x="179722" y="54321"/>
                </a:cubicBezTo>
                <a:cubicBezTo>
                  <a:pt x="181763" y="52996"/>
                  <a:pt x="183338" y="50919"/>
                  <a:pt x="183338" y="48484"/>
                </a:cubicBezTo>
                <a:lnTo>
                  <a:pt x="183338" y="45835"/>
                </a:lnTo>
                <a:cubicBezTo>
                  <a:pt x="183338" y="33194"/>
                  <a:pt x="173061" y="22917"/>
                  <a:pt x="160421" y="22917"/>
                </a:cubicBezTo>
                <a:lnTo>
                  <a:pt x="22917" y="22917"/>
                </a:lnTo>
                <a:close/>
                <a:moveTo>
                  <a:pt x="183338" y="148962"/>
                </a:moveTo>
                <a:lnTo>
                  <a:pt x="183338" y="126045"/>
                </a:lnTo>
                <a:lnTo>
                  <a:pt x="0" y="126045"/>
                </a:lnTo>
                <a:lnTo>
                  <a:pt x="0" y="148962"/>
                </a:lnTo>
                <a:cubicBezTo>
                  <a:pt x="0" y="155300"/>
                  <a:pt x="5121" y="160421"/>
                  <a:pt x="11459" y="160421"/>
                </a:cubicBezTo>
                <a:lnTo>
                  <a:pt x="34376" y="160421"/>
                </a:lnTo>
                <a:lnTo>
                  <a:pt x="34376" y="151827"/>
                </a:lnTo>
                <a:cubicBezTo>
                  <a:pt x="34376" y="147065"/>
                  <a:pt x="38207" y="143233"/>
                  <a:pt x="42970" y="143233"/>
                </a:cubicBezTo>
                <a:cubicBezTo>
                  <a:pt x="47732" y="143233"/>
                  <a:pt x="51564" y="147065"/>
                  <a:pt x="51564" y="151827"/>
                </a:cubicBezTo>
                <a:lnTo>
                  <a:pt x="51564" y="160421"/>
                </a:lnTo>
                <a:lnTo>
                  <a:pt x="83075" y="160421"/>
                </a:lnTo>
                <a:lnTo>
                  <a:pt x="83075" y="151827"/>
                </a:lnTo>
                <a:cubicBezTo>
                  <a:pt x="83075" y="147065"/>
                  <a:pt x="86907" y="143233"/>
                  <a:pt x="91669" y="143233"/>
                </a:cubicBezTo>
                <a:cubicBezTo>
                  <a:pt x="96432" y="143233"/>
                  <a:pt x="100263" y="147065"/>
                  <a:pt x="100263" y="151827"/>
                </a:cubicBezTo>
                <a:lnTo>
                  <a:pt x="100263" y="160421"/>
                </a:lnTo>
                <a:lnTo>
                  <a:pt x="131774" y="160421"/>
                </a:lnTo>
                <a:lnTo>
                  <a:pt x="131774" y="151827"/>
                </a:lnTo>
                <a:cubicBezTo>
                  <a:pt x="131774" y="147065"/>
                  <a:pt x="135606" y="143233"/>
                  <a:pt x="140368" y="143233"/>
                </a:cubicBezTo>
                <a:cubicBezTo>
                  <a:pt x="145131" y="143233"/>
                  <a:pt x="148962" y="147065"/>
                  <a:pt x="148962" y="151827"/>
                </a:cubicBezTo>
                <a:lnTo>
                  <a:pt x="148962" y="160421"/>
                </a:lnTo>
                <a:lnTo>
                  <a:pt x="171880" y="160421"/>
                </a:lnTo>
                <a:cubicBezTo>
                  <a:pt x="178218" y="160421"/>
                  <a:pt x="183338" y="155300"/>
                  <a:pt x="183338" y="148962"/>
                </a:cubicBezTo>
                <a:close/>
                <a:moveTo>
                  <a:pt x="57293" y="57293"/>
                </a:moveTo>
                <a:lnTo>
                  <a:pt x="57293" y="80211"/>
                </a:lnTo>
                <a:cubicBezTo>
                  <a:pt x="57293" y="86549"/>
                  <a:pt x="52173" y="91669"/>
                  <a:pt x="45835" y="91669"/>
                </a:cubicBezTo>
                <a:cubicBezTo>
                  <a:pt x="39497" y="91669"/>
                  <a:pt x="34376" y="86549"/>
                  <a:pt x="34376" y="80211"/>
                </a:cubicBezTo>
                <a:lnTo>
                  <a:pt x="34376" y="57293"/>
                </a:lnTo>
                <a:cubicBezTo>
                  <a:pt x="34376" y="50955"/>
                  <a:pt x="39497" y="45835"/>
                  <a:pt x="45835" y="45835"/>
                </a:cubicBezTo>
                <a:cubicBezTo>
                  <a:pt x="52173" y="45835"/>
                  <a:pt x="57293" y="50955"/>
                  <a:pt x="57293" y="57293"/>
                </a:cubicBezTo>
                <a:close/>
                <a:moveTo>
                  <a:pt x="103128" y="57293"/>
                </a:moveTo>
                <a:lnTo>
                  <a:pt x="103128" y="80211"/>
                </a:lnTo>
                <a:cubicBezTo>
                  <a:pt x="103128" y="86549"/>
                  <a:pt x="98007" y="91669"/>
                  <a:pt x="91669" y="91669"/>
                </a:cubicBezTo>
                <a:cubicBezTo>
                  <a:pt x="85331" y="91669"/>
                  <a:pt x="80211" y="86549"/>
                  <a:pt x="80211" y="80211"/>
                </a:cubicBezTo>
                <a:lnTo>
                  <a:pt x="80211" y="57293"/>
                </a:lnTo>
                <a:cubicBezTo>
                  <a:pt x="80211" y="50955"/>
                  <a:pt x="85331" y="45835"/>
                  <a:pt x="91669" y="45835"/>
                </a:cubicBezTo>
                <a:cubicBezTo>
                  <a:pt x="98007" y="45835"/>
                  <a:pt x="103128" y="50955"/>
                  <a:pt x="103128" y="57293"/>
                </a:cubicBezTo>
                <a:close/>
                <a:moveTo>
                  <a:pt x="148962" y="57293"/>
                </a:moveTo>
                <a:lnTo>
                  <a:pt x="148962" y="80211"/>
                </a:lnTo>
                <a:cubicBezTo>
                  <a:pt x="148962" y="86549"/>
                  <a:pt x="143842" y="91669"/>
                  <a:pt x="137504" y="91669"/>
                </a:cubicBezTo>
                <a:cubicBezTo>
                  <a:pt x="131166" y="91669"/>
                  <a:pt x="126045" y="86549"/>
                  <a:pt x="126045" y="80211"/>
                </a:cubicBezTo>
                <a:lnTo>
                  <a:pt x="126045" y="57293"/>
                </a:lnTo>
                <a:cubicBezTo>
                  <a:pt x="126045" y="50955"/>
                  <a:pt x="131166" y="45835"/>
                  <a:pt x="137504" y="45835"/>
                </a:cubicBezTo>
                <a:cubicBezTo>
                  <a:pt x="143842" y="45835"/>
                  <a:pt x="148962" y="50955"/>
                  <a:pt x="148962" y="5729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9" name="Text 27"/>
          <p:cNvSpPr/>
          <p:nvPr/>
        </p:nvSpPr>
        <p:spPr>
          <a:xfrm>
            <a:off x="6737525" y="1403523"/>
            <a:ext cx="1485041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Profiling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98381" y="1806644"/>
            <a:ext cx="5234310" cy="1540042"/>
          </a:xfrm>
          <a:custGeom>
            <a:avLst/>
            <a:gdLst/>
            <a:ahLst/>
            <a:cxnLst/>
            <a:rect l="l" t="t" r="r" b="b"/>
            <a:pathLst>
              <a:path w="5234310" h="1540042">
                <a:moveTo>
                  <a:pt x="73337" y="0"/>
                </a:moveTo>
                <a:lnTo>
                  <a:pt x="5160973" y="0"/>
                </a:lnTo>
                <a:cubicBezTo>
                  <a:pt x="5201476" y="0"/>
                  <a:pt x="5234310" y="32834"/>
                  <a:pt x="5234310" y="73337"/>
                </a:cubicBezTo>
                <a:lnTo>
                  <a:pt x="5234310" y="1466705"/>
                </a:lnTo>
                <a:cubicBezTo>
                  <a:pt x="5234310" y="1507208"/>
                  <a:pt x="5201476" y="1540042"/>
                  <a:pt x="5160973" y="1540042"/>
                </a:cubicBezTo>
                <a:lnTo>
                  <a:pt x="73337" y="1540042"/>
                </a:lnTo>
                <a:cubicBezTo>
                  <a:pt x="32861" y="1540042"/>
                  <a:pt x="0" y="1507181"/>
                  <a:pt x="0" y="1466705"/>
                </a:cubicBezTo>
                <a:lnTo>
                  <a:pt x="0" y="73337"/>
                </a:lnTo>
                <a:cubicBezTo>
                  <a:pt x="0" y="32861"/>
                  <a:pt x="32861" y="0"/>
                  <a:pt x="7333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544956" y="1953220"/>
            <a:ext cx="5014304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Thư viện memory_profiler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544956" y="2246535"/>
            <a:ext cx="4940968" cy="953359"/>
          </a:xfrm>
          <a:custGeom>
            <a:avLst/>
            <a:gdLst/>
            <a:ahLst/>
            <a:cxnLst/>
            <a:rect l="l" t="t" r="r" b="b"/>
            <a:pathLst>
              <a:path w="4940968" h="953359">
                <a:moveTo>
                  <a:pt x="36666" y="0"/>
                </a:moveTo>
                <a:lnTo>
                  <a:pt x="4904302" y="0"/>
                </a:lnTo>
                <a:cubicBezTo>
                  <a:pt x="4924552" y="0"/>
                  <a:pt x="4940968" y="16416"/>
                  <a:pt x="4940968" y="36666"/>
                </a:cubicBezTo>
                <a:lnTo>
                  <a:pt x="4940968" y="916693"/>
                </a:lnTo>
                <a:cubicBezTo>
                  <a:pt x="4940968" y="936943"/>
                  <a:pt x="4924552" y="953359"/>
                  <a:pt x="4904302" y="953359"/>
                </a:cubicBezTo>
                <a:lnTo>
                  <a:pt x="36666" y="953359"/>
                </a:lnTo>
                <a:cubicBezTo>
                  <a:pt x="16416" y="953359"/>
                  <a:pt x="0" y="936943"/>
                  <a:pt x="0" y="916693"/>
                </a:cubicBezTo>
                <a:lnTo>
                  <a:pt x="0" y="36666"/>
                </a:lnTo>
                <a:cubicBezTo>
                  <a:pt x="0" y="16430"/>
                  <a:pt x="16430" y="0"/>
                  <a:pt x="36666" y="0"/>
                </a:cubicBezTo>
                <a:close/>
              </a:path>
            </a:pathLst>
          </a:custGeom>
          <a:solidFill>
            <a:srgbClr val="1A1D24">
              <a:alpha val="7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544956" y="2246535"/>
            <a:ext cx="4995970" cy="953359"/>
          </a:xfrm>
          <a:prstGeom prst="rect">
            <a:avLst/>
          </a:prstGeom>
          <a:noFill/>
          <a:ln/>
        </p:spPr>
        <p:txBody>
          <a:bodyPr wrap="square" lIns="110003" tIns="110003" rIns="110003" bIns="110003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memory_profiler import profile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@profile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get_top_video():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= pd.read_csv(file)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98381" y="3492501"/>
            <a:ext cx="5234310" cy="660018"/>
          </a:xfrm>
          <a:custGeom>
            <a:avLst/>
            <a:gdLst/>
            <a:ahLst/>
            <a:cxnLst/>
            <a:rect l="l" t="t" r="r" b="b"/>
            <a:pathLst>
              <a:path w="5234310" h="660018">
                <a:moveTo>
                  <a:pt x="73335" y="0"/>
                </a:moveTo>
                <a:lnTo>
                  <a:pt x="5160975" y="0"/>
                </a:lnTo>
                <a:cubicBezTo>
                  <a:pt x="5201477" y="0"/>
                  <a:pt x="5234310" y="32833"/>
                  <a:pt x="5234310" y="73335"/>
                </a:cubicBezTo>
                <a:lnTo>
                  <a:pt x="5234310" y="586683"/>
                </a:lnTo>
                <a:cubicBezTo>
                  <a:pt x="5234310" y="627185"/>
                  <a:pt x="5201477" y="660018"/>
                  <a:pt x="5160975" y="660018"/>
                </a:cubicBezTo>
                <a:lnTo>
                  <a:pt x="73335" y="660018"/>
                </a:lnTo>
                <a:cubicBezTo>
                  <a:pt x="32833" y="660018"/>
                  <a:pt x="0" y="627185"/>
                  <a:pt x="0" y="586683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508352" y="3602469"/>
            <a:ext cx="5087639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Bottleneck chính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08352" y="3859178"/>
            <a:ext cx="5078472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pd.read_csv() - tải toàn bộ DataFrame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8381" y="4262299"/>
            <a:ext cx="5234310" cy="660018"/>
          </a:xfrm>
          <a:custGeom>
            <a:avLst/>
            <a:gdLst/>
            <a:ahLst/>
            <a:cxnLst/>
            <a:rect l="l" t="t" r="r" b="b"/>
            <a:pathLst>
              <a:path w="5234310" h="660018">
                <a:moveTo>
                  <a:pt x="73335" y="0"/>
                </a:moveTo>
                <a:lnTo>
                  <a:pt x="5160975" y="0"/>
                </a:lnTo>
                <a:cubicBezTo>
                  <a:pt x="5201477" y="0"/>
                  <a:pt x="5234310" y="32833"/>
                  <a:pt x="5234310" y="73335"/>
                </a:cubicBezTo>
                <a:lnTo>
                  <a:pt x="5234310" y="586683"/>
                </a:lnTo>
                <a:cubicBezTo>
                  <a:pt x="5234310" y="627185"/>
                  <a:pt x="5201477" y="660018"/>
                  <a:pt x="5160975" y="660018"/>
                </a:cubicBezTo>
                <a:lnTo>
                  <a:pt x="73335" y="660018"/>
                </a:lnTo>
                <a:cubicBezTo>
                  <a:pt x="32833" y="660018"/>
                  <a:pt x="0" y="627185"/>
                  <a:pt x="0" y="586683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508352" y="4372266"/>
            <a:ext cx="5087639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Độ phức tạp bộ nhớ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08352" y="4628975"/>
            <a:ext cx="5078472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O(m × n) - rows × columns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09950" y="5304077"/>
            <a:ext cx="5611172" cy="1550228"/>
          </a:xfrm>
          <a:custGeom>
            <a:avLst/>
            <a:gdLst/>
            <a:ahLst/>
            <a:cxnLst/>
            <a:rect l="l" t="t" r="r" b="b"/>
            <a:pathLst>
              <a:path w="5611172" h="1550228">
                <a:moveTo>
                  <a:pt x="110004" y="0"/>
                </a:moveTo>
                <a:lnTo>
                  <a:pt x="5501168" y="0"/>
                </a:lnTo>
                <a:cubicBezTo>
                  <a:pt x="5561921" y="0"/>
                  <a:pt x="5611172" y="49251"/>
                  <a:pt x="5611172" y="110004"/>
                </a:cubicBezTo>
                <a:lnTo>
                  <a:pt x="5611172" y="1440223"/>
                </a:lnTo>
                <a:cubicBezTo>
                  <a:pt x="5611172" y="1500977"/>
                  <a:pt x="5561921" y="1550228"/>
                  <a:pt x="5501168" y="1550228"/>
                </a:cubicBezTo>
                <a:lnTo>
                  <a:pt x="110004" y="1550228"/>
                </a:lnTo>
                <a:cubicBezTo>
                  <a:pt x="49251" y="1550228"/>
                  <a:pt x="0" y="1500977"/>
                  <a:pt x="0" y="1440223"/>
                </a:cubicBezTo>
                <a:lnTo>
                  <a:pt x="0" y="110004"/>
                </a:lnTo>
                <a:cubicBezTo>
                  <a:pt x="0" y="49291"/>
                  <a:pt x="49291" y="0"/>
                  <a:pt x="110004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4111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21299" y="5529115"/>
            <a:ext cx="183338" cy="183338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91669" y="0"/>
                </a:moveTo>
                <a:cubicBezTo>
                  <a:pt x="96933" y="0"/>
                  <a:pt x="101767" y="2900"/>
                  <a:pt x="104274" y="7520"/>
                </a:cubicBezTo>
                <a:lnTo>
                  <a:pt x="181620" y="150753"/>
                </a:lnTo>
                <a:cubicBezTo>
                  <a:pt x="184019" y="155193"/>
                  <a:pt x="183911" y="160564"/>
                  <a:pt x="181333" y="164897"/>
                </a:cubicBezTo>
                <a:cubicBezTo>
                  <a:pt x="178755" y="169230"/>
                  <a:pt x="174064" y="171880"/>
                  <a:pt x="169015" y="171880"/>
                </a:cubicBezTo>
                <a:lnTo>
                  <a:pt x="14323" y="171880"/>
                </a:lnTo>
                <a:cubicBezTo>
                  <a:pt x="9274" y="171880"/>
                  <a:pt x="4619" y="169230"/>
                  <a:pt x="2005" y="164897"/>
                </a:cubicBezTo>
                <a:cubicBezTo>
                  <a:pt x="-609" y="160564"/>
                  <a:pt x="-680" y="155193"/>
                  <a:pt x="1719" y="150753"/>
                </a:cubicBezTo>
                <a:lnTo>
                  <a:pt x="79065" y="7520"/>
                </a:lnTo>
                <a:cubicBezTo>
                  <a:pt x="81571" y="2900"/>
                  <a:pt x="86405" y="0"/>
                  <a:pt x="91669" y="0"/>
                </a:cubicBezTo>
                <a:close/>
                <a:moveTo>
                  <a:pt x="91669" y="60158"/>
                </a:moveTo>
                <a:cubicBezTo>
                  <a:pt x="86907" y="60158"/>
                  <a:pt x="83075" y="63989"/>
                  <a:pt x="83075" y="68752"/>
                </a:cubicBezTo>
                <a:lnTo>
                  <a:pt x="83075" y="108857"/>
                </a:lnTo>
                <a:cubicBezTo>
                  <a:pt x="83075" y="113620"/>
                  <a:pt x="86907" y="117451"/>
                  <a:pt x="91669" y="117451"/>
                </a:cubicBezTo>
                <a:cubicBezTo>
                  <a:pt x="96432" y="117451"/>
                  <a:pt x="100263" y="113620"/>
                  <a:pt x="100263" y="108857"/>
                </a:cubicBezTo>
                <a:lnTo>
                  <a:pt x="100263" y="68752"/>
                </a:lnTo>
                <a:cubicBezTo>
                  <a:pt x="100263" y="63989"/>
                  <a:pt x="96432" y="60158"/>
                  <a:pt x="91669" y="60158"/>
                </a:cubicBezTo>
                <a:close/>
                <a:moveTo>
                  <a:pt x="101230" y="137504"/>
                </a:moveTo>
                <a:cubicBezTo>
                  <a:pt x="101447" y="133955"/>
                  <a:pt x="99678" y="130578"/>
                  <a:pt x="96635" y="128738"/>
                </a:cubicBezTo>
                <a:cubicBezTo>
                  <a:pt x="93593" y="126898"/>
                  <a:pt x="89781" y="126898"/>
                  <a:pt x="86739" y="128738"/>
                </a:cubicBezTo>
                <a:cubicBezTo>
                  <a:pt x="83696" y="130578"/>
                  <a:pt x="81927" y="133955"/>
                  <a:pt x="82144" y="137504"/>
                </a:cubicBezTo>
                <a:cubicBezTo>
                  <a:pt x="81927" y="141053"/>
                  <a:pt x="83696" y="144429"/>
                  <a:pt x="86739" y="146269"/>
                </a:cubicBezTo>
                <a:cubicBezTo>
                  <a:pt x="89781" y="148109"/>
                  <a:pt x="93593" y="148109"/>
                  <a:pt x="96635" y="146269"/>
                </a:cubicBezTo>
                <a:cubicBezTo>
                  <a:pt x="99678" y="144429"/>
                  <a:pt x="101447" y="141053"/>
                  <a:pt x="101230" y="13750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2" name="Text 40"/>
          <p:cNvSpPr/>
          <p:nvPr/>
        </p:nvSpPr>
        <p:spPr>
          <a:xfrm>
            <a:off x="6737525" y="5492510"/>
            <a:ext cx="1567543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Rủi ro khi mở rộng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16715" y="5932235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73335" y="146671"/>
                </a:moveTo>
                <a:cubicBezTo>
                  <a:pt x="113810" y="146671"/>
                  <a:pt x="146671" y="113810"/>
                  <a:pt x="146671" y="73335"/>
                </a:cubicBezTo>
                <a:cubicBezTo>
                  <a:pt x="146671" y="32860"/>
                  <a:pt x="113810" y="0"/>
                  <a:pt x="73335" y="0"/>
                </a:cubicBezTo>
                <a:cubicBezTo>
                  <a:pt x="32860" y="0"/>
                  <a:pt x="0" y="32860"/>
                  <a:pt x="0" y="73335"/>
                </a:cubicBezTo>
                <a:cubicBezTo>
                  <a:pt x="0" y="113810"/>
                  <a:pt x="32860" y="146671"/>
                  <a:pt x="73335" y="146671"/>
                </a:cubicBezTo>
                <a:close/>
                <a:moveTo>
                  <a:pt x="47840" y="47840"/>
                </a:moveTo>
                <a:cubicBezTo>
                  <a:pt x="50533" y="45147"/>
                  <a:pt x="54887" y="45147"/>
                  <a:pt x="57551" y="47840"/>
                </a:cubicBezTo>
                <a:lnTo>
                  <a:pt x="73307" y="63595"/>
                </a:lnTo>
                <a:lnTo>
                  <a:pt x="89062" y="47840"/>
                </a:lnTo>
                <a:cubicBezTo>
                  <a:pt x="91755" y="45147"/>
                  <a:pt x="96109" y="45147"/>
                  <a:pt x="98774" y="47840"/>
                </a:cubicBezTo>
                <a:cubicBezTo>
                  <a:pt x="101438" y="50533"/>
                  <a:pt x="101466" y="54887"/>
                  <a:pt x="98774" y="57551"/>
                </a:cubicBezTo>
                <a:lnTo>
                  <a:pt x="83018" y="73307"/>
                </a:lnTo>
                <a:lnTo>
                  <a:pt x="98774" y="89062"/>
                </a:lnTo>
                <a:cubicBezTo>
                  <a:pt x="101466" y="91755"/>
                  <a:pt x="101466" y="96109"/>
                  <a:pt x="98774" y="98774"/>
                </a:cubicBezTo>
                <a:cubicBezTo>
                  <a:pt x="96081" y="101438"/>
                  <a:pt x="91726" y="101466"/>
                  <a:pt x="89062" y="98774"/>
                </a:cubicBezTo>
                <a:lnTo>
                  <a:pt x="73307" y="83018"/>
                </a:lnTo>
                <a:lnTo>
                  <a:pt x="57551" y="98774"/>
                </a:lnTo>
                <a:cubicBezTo>
                  <a:pt x="54858" y="101466"/>
                  <a:pt x="50504" y="101466"/>
                  <a:pt x="47840" y="98774"/>
                </a:cubicBezTo>
                <a:cubicBezTo>
                  <a:pt x="45176" y="96081"/>
                  <a:pt x="45147" y="91726"/>
                  <a:pt x="47840" y="89062"/>
                </a:cubicBezTo>
                <a:lnTo>
                  <a:pt x="63595" y="73307"/>
                </a:lnTo>
                <a:lnTo>
                  <a:pt x="47840" y="57551"/>
                </a:lnTo>
                <a:cubicBezTo>
                  <a:pt x="45147" y="54858"/>
                  <a:pt x="45147" y="50504"/>
                  <a:pt x="47840" y="4784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4" name="Text 42"/>
          <p:cNvSpPr/>
          <p:nvPr/>
        </p:nvSpPr>
        <p:spPr>
          <a:xfrm>
            <a:off x="6691691" y="5895630"/>
            <a:ext cx="1191699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nhỏ: ~97 MB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16715" y="6225550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73335" y="146671"/>
                </a:moveTo>
                <a:cubicBezTo>
                  <a:pt x="113810" y="146671"/>
                  <a:pt x="146671" y="113810"/>
                  <a:pt x="146671" y="73335"/>
                </a:cubicBezTo>
                <a:cubicBezTo>
                  <a:pt x="146671" y="32860"/>
                  <a:pt x="113810" y="0"/>
                  <a:pt x="73335" y="0"/>
                </a:cubicBezTo>
                <a:cubicBezTo>
                  <a:pt x="32860" y="0"/>
                  <a:pt x="0" y="32860"/>
                  <a:pt x="0" y="73335"/>
                </a:cubicBezTo>
                <a:cubicBezTo>
                  <a:pt x="0" y="113810"/>
                  <a:pt x="32860" y="146671"/>
                  <a:pt x="73335" y="146671"/>
                </a:cubicBezTo>
                <a:close/>
                <a:moveTo>
                  <a:pt x="47840" y="47840"/>
                </a:moveTo>
                <a:cubicBezTo>
                  <a:pt x="50533" y="45147"/>
                  <a:pt x="54887" y="45147"/>
                  <a:pt x="57551" y="47840"/>
                </a:cubicBezTo>
                <a:lnTo>
                  <a:pt x="73307" y="63595"/>
                </a:lnTo>
                <a:lnTo>
                  <a:pt x="89062" y="47840"/>
                </a:lnTo>
                <a:cubicBezTo>
                  <a:pt x="91755" y="45147"/>
                  <a:pt x="96109" y="45147"/>
                  <a:pt x="98774" y="47840"/>
                </a:cubicBezTo>
                <a:cubicBezTo>
                  <a:pt x="101438" y="50533"/>
                  <a:pt x="101466" y="54887"/>
                  <a:pt x="98774" y="57551"/>
                </a:cubicBezTo>
                <a:lnTo>
                  <a:pt x="83018" y="73307"/>
                </a:lnTo>
                <a:lnTo>
                  <a:pt x="98774" y="89062"/>
                </a:lnTo>
                <a:cubicBezTo>
                  <a:pt x="101466" y="91755"/>
                  <a:pt x="101466" y="96109"/>
                  <a:pt x="98774" y="98774"/>
                </a:cubicBezTo>
                <a:cubicBezTo>
                  <a:pt x="96081" y="101438"/>
                  <a:pt x="91726" y="101466"/>
                  <a:pt x="89062" y="98774"/>
                </a:cubicBezTo>
                <a:lnTo>
                  <a:pt x="73307" y="83018"/>
                </a:lnTo>
                <a:lnTo>
                  <a:pt x="57551" y="98774"/>
                </a:lnTo>
                <a:cubicBezTo>
                  <a:pt x="54858" y="101466"/>
                  <a:pt x="50504" y="101466"/>
                  <a:pt x="47840" y="98774"/>
                </a:cubicBezTo>
                <a:cubicBezTo>
                  <a:pt x="45176" y="96081"/>
                  <a:pt x="45147" y="91726"/>
                  <a:pt x="47840" y="89062"/>
                </a:cubicBezTo>
                <a:lnTo>
                  <a:pt x="63595" y="73307"/>
                </a:lnTo>
                <a:lnTo>
                  <a:pt x="47840" y="57551"/>
                </a:lnTo>
                <a:cubicBezTo>
                  <a:pt x="45147" y="54858"/>
                  <a:pt x="45147" y="50504"/>
                  <a:pt x="47840" y="4784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6" name="Text 44"/>
          <p:cNvSpPr/>
          <p:nvPr/>
        </p:nvSpPr>
        <p:spPr>
          <a:xfrm>
            <a:off x="6691691" y="6188945"/>
            <a:ext cx="1448373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lớn: Tràn bộ nhớ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16715" y="6518855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73335" y="146671"/>
                </a:moveTo>
                <a:cubicBezTo>
                  <a:pt x="113810" y="146671"/>
                  <a:pt x="146671" y="113810"/>
                  <a:pt x="146671" y="73335"/>
                </a:cubicBezTo>
                <a:cubicBezTo>
                  <a:pt x="146671" y="32860"/>
                  <a:pt x="113810" y="0"/>
                  <a:pt x="73335" y="0"/>
                </a:cubicBezTo>
                <a:cubicBezTo>
                  <a:pt x="32860" y="0"/>
                  <a:pt x="0" y="32860"/>
                  <a:pt x="0" y="73335"/>
                </a:cubicBezTo>
                <a:cubicBezTo>
                  <a:pt x="0" y="113810"/>
                  <a:pt x="32860" y="146671"/>
                  <a:pt x="73335" y="146671"/>
                </a:cubicBezTo>
                <a:close/>
                <a:moveTo>
                  <a:pt x="47840" y="47840"/>
                </a:moveTo>
                <a:cubicBezTo>
                  <a:pt x="50533" y="45147"/>
                  <a:pt x="54887" y="45147"/>
                  <a:pt x="57551" y="47840"/>
                </a:cubicBezTo>
                <a:lnTo>
                  <a:pt x="73307" y="63595"/>
                </a:lnTo>
                <a:lnTo>
                  <a:pt x="89062" y="47840"/>
                </a:lnTo>
                <a:cubicBezTo>
                  <a:pt x="91755" y="45147"/>
                  <a:pt x="96109" y="45147"/>
                  <a:pt x="98774" y="47840"/>
                </a:cubicBezTo>
                <a:cubicBezTo>
                  <a:pt x="101438" y="50533"/>
                  <a:pt x="101466" y="54887"/>
                  <a:pt x="98774" y="57551"/>
                </a:cubicBezTo>
                <a:lnTo>
                  <a:pt x="83018" y="73307"/>
                </a:lnTo>
                <a:lnTo>
                  <a:pt x="98774" y="89062"/>
                </a:lnTo>
                <a:cubicBezTo>
                  <a:pt x="101466" y="91755"/>
                  <a:pt x="101466" y="96109"/>
                  <a:pt x="98774" y="98774"/>
                </a:cubicBezTo>
                <a:cubicBezTo>
                  <a:pt x="96081" y="101438"/>
                  <a:pt x="91726" y="101466"/>
                  <a:pt x="89062" y="98774"/>
                </a:cubicBezTo>
                <a:lnTo>
                  <a:pt x="73307" y="83018"/>
                </a:lnTo>
                <a:lnTo>
                  <a:pt x="57551" y="98774"/>
                </a:lnTo>
                <a:cubicBezTo>
                  <a:pt x="54858" y="101466"/>
                  <a:pt x="50504" y="101466"/>
                  <a:pt x="47840" y="98774"/>
                </a:cubicBezTo>
                <a:cubicBezTo>
                  <a:pt x="45176" y="96081"/>
                  <a:pt x="45147" y="91726"/>
                  <a:pt x="47840" y="89062"/>
                </a:cubicBezTo>
                <a:lnTo>
                  <a:pt x="63595" y="73307"/>
                </a:lnTo>
                <a:lnTo>
                  <a:pt x="47840" y="57551"/>
                </a:lnTo>
                <a:cubicBezTo>
                  <a:pt x="45147" y="54858"/>
                  <a:pt x="45147" y="50504"/>
                  <a:pt x="47840" y="4784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8" name="Text 46"/>
          <p:cNvSpPr/>
          <p:nvPr/>
        </p:nvSpPr>
        <p:spPr>
          <a:xfrm>
            <a:off x="6691691" y="6482250"/>
            <a:ext cx="1521708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Nút thắt cổ chai hiệu năng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3: RUNTIME &amp; MEMORY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772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Ứng dụng GenAI trong tối ưu hiệu năng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6292" y="1262564"/>
            <a:ext cx="3668183" cy="2106083"/>
          </a:xfrm>
          <a:custGeom>
            <a:avLst/>
            <a:gdLst/>
            <a:ahLst/>
            <a:cxnLst/>
            <a:rect l="l" t="t" r="r" b="b"/>
            <a:pathLst>
              <a:path w="3668183" h="2106083">
                <a:moveTo>
                  <a:pt x="114297" y="0"/>
                </a:moveTo>
                <a:lnTo>
                  <a:pt x="3553886" y="0"/>
                </a:lnTo>
                <a:cubicBezTo>
                  <a:pt x="3617011" y="0"/>
                  <a:pt x="3668183" y="51173"/>
                  <a:pt x="3668183" y="114297"/>
                </a:cubicBezTo>
                <a:lnTo>
                  <a:pt x="3668183" y="1991786"/>
                </a:lnTo>
                <a:cubicBezTo>
                  <a:pt x="3668183" y="2054911"/>
                  <a:pt x="3617011" y="2106083"/>
                  <a:pt x="3553886" y="2106083"/>
                </a:cubicBezTo>
                <a:lnTo>
                  <a:pt x="114297" y="2106083"/>
                </a:lnTo>
                <a:cubicBezTo>
                  <a:pt x="51173" y="2106083"/>
                  <a:pt x="0" y="2054911"/>
                  <a:pt x="0" y="1991786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9708" y="149638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Text 4"/>
          <p:cNvSpPr/>
          <p:nvPr/>
        </p:nvSpPr>
        <p:spPr>
          <a:xfrm>
            <a:off x="934475" y="1458348"/>
            <a:ext cx="168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Xác định độ phức tạp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2083" y="1877383"/>
            <a:ext cx="3276600" cy="990600"/>
          </a:xfrm>
          <a:custGeom>
            <a:avLst/>
            <a:gdLst/>
            <a:ahLst/>
            <a:cxnLst/>
            <a:rect l="l" t="t" r="r" b="b"/>
            <a:pathLst>
              <a:path w="3276600" h="990600">
                <a:moveTo>
                  <a:pt x="76197" y="0"/>
                </a:moveTo>
                <a:lnTo>
                  <a:pt x="3200403" y="0"/>
                </a:lnTo>
                <a:cubicBezTo>
                  <a:pt x="3242485" y="0"/>
                  <a:pt x="3276600" y="34115"/>
                  <a:pt x="3276600" y="76197"/>
                </a:cubicBezTo>
                <a:lnTo>
                  <a:pt x="3276600" y="914403"/>
                </a:lnTo>
                <a:cubicBezTo>
                  <a:pt x="3276600" y="956485"/>
                  <a:pt x="3242485" y="990600"/>
                  <a:pt x="32004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96350" y="1991655"/>
            <a:ext cx="3114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Fibonacci đệ quy: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6350" y="2277238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24821" y="2258058"/>
            <a:ext cx="49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O(2^n)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6350" y="2543975"/>
            <a:ext cx="44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Space: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55459" y="2524785"/>
            <a:ext cx="37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O(n)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2083" y="2982023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phân tích độ sâu ngăn xếp đệ quy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6292" y="3569232"/>
            <a:ext cx="3668183" cy="2906183"/>
          </a:xfrm>
          <a:custGeom>
            <a:avLst/>
            <a:gdLst/>
            <a:ahLst/>
            <a:cxnLst/>
            <a:rect l="l" t="t" r="r" b="b"/>
            <a:pathLst>
              <a:path w="3668183" h="2906183">
                <a:moveTo>
                  <a:pt x="114300" y="0"/>
                </a:moveTo>
                <a:lnTo>
                  <a:pt x="3553883" y="0"/>
                </a:lnTo>
                <a:cubicBezTo>
                  <a:pt x="3617009" y="0"/>
                  <a:pt x="3668183" y="51174"/>
                  <a:pt x="3668183" y="114300"/>
                </a:cubicBezTo>
                <a:lnTo>
                  <a:pt x="3668183" y="2791883"/>
                </a:lnTo>
                <a:cubicBezTo>
                  <a:pt x="3668183" y="2855009"/>
                  <a:pt x="3617009" y="2906183"/>
                  <a:pt x="3553883" y="2906183"/>
                </a:cubicBezTo>
                <a:lnTo>
                  <a:pt x="114300" y="2906183"/>
                </a:lnTo>
                <a:cubicBezTo>
                  <a:pt x="51174" y="2906183"/>
                  <a:pt x="0" y="2855009"/>
                  <a:pt x="0" y="2791883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5896" y="380306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6" name="Text 14"/>
          <p:cNvSpPr/>
          <p:nvPr/>
        </p:nvSpPr>
        <p:spPr>
          <a:xfrm>
            <a:off x="934475" y="3765026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Dự báo giới hạn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2083" y="4184061"/>
            <a:ext cx="3276600" cy="723900"/>
          </a:xfrm>
          <a:custGeom>
            <a:avLst/>
            <a:gdLst/>
            <a:ahLst/>
            <a:cxnLst/>
            <a:rect l="l" t="t" r="r" b="b"/>
            <a:pathLst>
              <a:path w="3276600" h="723900">
                <a:moveTo>
                  <a:pt x="76198" y="0"/>
                </a:moveTo>
                <a:lnTo>
                  <a:pt x="3200402" y="0"/>
                </a:lnTo>
                <a:cubicBezTo>
                  <a:pt x="3242457" y="0"/>
                  <a:pt x="3276600" y="34143"/>
                  <a:pt x="3276600" y="76198"/>
                </a:cubicBezTo>
                <a:lnTo>
                  <a:pt x="3276600" y="647702"/>
                </a:lnTo>
                <a:cubicBezTo>
                  <a:pt x="3276600" y="689757"/>
                  <a:pt x="3242457" y="723900"/>
                  <a:pt x="32004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96350" y="4298324"/>
            <a:ext cx="3114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Giới hạn: 100 giây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6350" y="4564726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 ≈ 42 (tối đa)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2083" y="5021963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n=42: trong giới hạn | n=43: vượt quá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59792" y="1262564"/>
            <a:ext cx="7544858" cy="2410883"/>
          </a:xfrm>
          <a:custGeom>
            <a:avLst/>
            <a:gdLst/>
            <a:ahLst/>
            <a:cxnLst/>
            <a:rect l="l" t="t" r="r" b="b"/>
            <a:pathLst>
              <a:path w="7544858" h="2410883">
                <a:moveTo>
                  <a:pt x="114300" y="0"/>
                </a:moveTo>
                <a:lnTo>
                  <a:pt x="7430558" y="0"/>
                </a:lnTo>
                <a:cubicBezTo>
                  <a:pt x="7493684" y="0"/>
                  <a:pt x="7544858" y="51174"/>
                  <a:pt x="7544858" y="114300"/>
                </a:cubicBezTo>
                <a:lnTo>
                  <a:pt x="7544858" y="2296583"/>
                </a:lnTo>
                <a:cubicBezTo>
                  <a:pt x="7544858" y="2359709"/>
                  <a:pt x="7493684" y="2410883"/>
                  <a:pt x="7430558" y="2410883"/>
                </a:cubicBezTo>
                <a:lnTo>
                  <a:pt x="114300" y="2410883"/>
                </a:lnTo>
                <a:cubicBezTo>
                  <a:pt x="51174" y="2410883"/>
                  <a:pt x="0" y="2359709"/>
                  <a:pt x="0" y="2296583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4111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79396" y="149638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3" name="Text 21"/>
          <p:cNvSpPr/>
          <p:nvPr/>
        </p:nvSpPr>
        <p:spPr>
          <a:xfrm>
            <a:off x="4807975" y="1458348"/>
            <a:ext cx="2152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Đề xuất thuật toán tối ưu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55584" y="1877225"/>
            <a:ext cx="2286000" cy="1600200"/>
          </a:xfrm>
          <a:custGeom>
            <a:avLst/>
            <a:gdLst/>
            <a:ahLst/>
            <a:cxnLst/>
            <a:rect l="l" t="t" r="r" b="b"/>
            <a:pathLst>
              <a:path w="2286000" h="1600200">
                <a:moveTo>
                  <a:pt x="76202" y="0"/>
                </a:moveTo>
                <a:lnTo>
                  <a:pt x="2209798" y="0"/>
                </a:lnTo>
                <a:cubicBezTo>
                  <a:pt x="2251883" y="0"/>
                  <a:pt x="2286000" y="34117"/>
                  <a:pt x="2286000" y="76202"/>
                </a:cubicBezTo>
                <a:lnTo>
                  <a:pt x="2286000" y="1523998"/>
                </a:lnTo>
                <a:cubicBezTo>
                  <a:pt x="2286000" y="1566083"/>
                  <a:pt x="2251883" y="1600200"/>
                  <a:pt x="2209798" y="1600200"/>
                </a:cubicBezTo>
                <a:lnTo>
                  <a:pt x="76202" y="1600200"/>
                </a:lnTo>
                <a:cubicBezTo>
                  <a:pt x="34117" y="1600200"/>
                  <a:pt x="0" y="1566083"/>
                  <a:pt x="0" y="1523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607884" y="2029523"/>
            <a:ext cx="695325" cy="228600"/>
          </a:xfrm>
          <a:custGeom>
            <a:avLst/>
            <a:gdLst/>
            <a:ahLst/>
            <a:cxnLst/>
            <a:rect l="l" t="t" r="r" b="b"/>
            <a:pathLst>
              <a:path w="695325" h="228600">
                <a:moveTo>
                  <a:pt x="38101" y="0"/>
                </a:moveTo>
                <a:lnTo>
                  <a:pt x="657224" y="0"/>
                </a:lnTo>
                <a:cubicBezTo>
                  <a:pt x="678267" y="0"/>
                  <a:pt x="695325" y="17058"/>
                  <a:pt x="695325" y="38101"/>
                </a:cubicBezTo>
                <a:lnTo>
                  <a:pt x="695325" y="190499"/>
                </a:lnTo>
                <a:cubicBezTo>
                  <a:pt x="695325" y="211542"/>
                  <a:pt x="678267" y="228600"/>
                  <a:pt x="6572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607884" y="2029523"/>
            <a:ext cx="7524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TỐT NHẤT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07884" y="2372153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Iterative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07884" y="26769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29991" y="2676925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O(n)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07884" y="2905292"/>
            <a:ext cx="44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Space: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60418" y="2905292"/>
            <a:ext cx="295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O(1)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07884" y="3171695"/>
            <a:ext cx="2038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Dùng 2 biến, không đệ quy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891073" y="1877225"/>
            <a:ext cx="2286000" cy="1600200"/>
          </a:xfrm>
          <a:custGeom>
            <a:avLst/>
            <a:gdLst/>
            <a:ahLst/>
            <a:cxnLst/>
            <a:rect l="l" t="t" r="r" b="b"/>
            <a:pathLst>
              <a:path w="2286000" h="1600200">
                <a:moveTo>
                  <a:pt x="76202" y="0"/>
                </a:moveTo>
                <a:lnTo>
                  <a:pt x="2209798" y="0"/>
                </a:lnTo>
                <a:cubicBezTo>
                  <a:pt x="2251883" y="0"/>
                  <a:pt x="2286000" y="34117"/>
                  <a:pt x="2286000" y="76202"/>
                </a:cubicBezTo>
                <a:lnTo>
                  <a:pt x="2286000" y="1523998"/>
                </a:lnTo>
                <a:cubicBezTo>
                  <a:pt x="2286000" y="1566083"/>
                  <a:pt x="2251883" y="1600200"/>
                  <a:pt x="2209798" y="1600200"/>
                </a:cubicBezTo>
                <a:lnTo>
                  <a:pt x="76202" y="1600200"/>
                </a:lnTo>
                <a:cubicBezTo>
                  <a:pt x="34117" y="1600200"/>
                  <a:pt x="0" y="1566083"/>
                  <a:pt x="0" y="1523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043374" y="2029523"/>
            <a:ext cx="361950" cy="228600"/>
          </a:xfrm>
          <a:custGeom>
            <a:avLst/>
            <a:gdLst/>
            <a:ahLst/>
            <a:cxnLst/>
            <a:rect l="l" t="t" r="r" b="b"/>
            <a:pathLst>
              <a:path w="361950" h="228600">
                <a:moveTo>
                  <a:pt x="38101" y="0"/>
                </a:moveTo>
                <a:lnTo>
                  <a:pt x="323849" y="0"/>
                </a:lnTo>
                <a:cubicBezTo>
                  <a:pt x="344892" y="0"/>
                  <a:pt x="361950" y="17058"/>
                  <a:pt x="361950" y="38101"/>
                </a:cubicBezTo>
                <a:lnTo>
                  <a:pt x="361950" y="190499"/>
                </a:lnTo>
                <a:cubicBezTo>
                  <a:pt x="361950" y="211542"/>
                  <a:pt x="344892" y="228600"/>
                  <a:pt x="3238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043374" y="2029523"/>
            <a:ext cx="4191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TỐT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43374" y="2372153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Memoization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43374" y="26769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765481" y="2676925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O(n)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43374" y="2905292"/>
            <a:ext cx="44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Space: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765481" y="2905292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DC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O(n)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43374" y="3171695"/>
            <a:ext cx="2038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Lưu kết quả đã tính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326563" y="1877225"/>
            <a:ext cx="2286000" cy="1600200"/>
          </a:xfrm>
          <a:custGeom>
            <a:avLst/>
            <a:gdLst/>
            <a:ahLst/>
            <a:cxnLst/>
            <a:rect l="l" t="t" r="r" b="b"/>
            <a:pathLst>
              <a:path w="2286000" h="1600200">
                <a:moveTo>
                  <a:pt x="76202" y="0"/>
                </a:moveTo>
                <a:lnTo>
                  <a:pt x="2209798" y="0"/>
                </a:lnTo>
                <a:cubicBezTo>
                  <a:pt x="2251883" y="0"/>
                  <a:pt x="2286000" y="34117"/>
                  <a:pt x="2286000" y="76202"/>
                </a:cubicBezTo>
                <a:lnTo>
                  <a:pt x="2286000" y="1523998"/>
                </a:lnTo>
                <a:cubicBezTo>
                  <a:pt x="2286000" y="1566083"/>
                  <a:pt x="2251883" y="1600200"/>
                  <a:pt x="2209798" y="1600200"/>
                </a:cubicBezTo>
                <a:lnTo>
                  <a:pt x="76202" y="1600200"/>
                </a:lnTo>
                <a:cubicBezTo>
                  <a:pt x="34117" y="1600200"/>
                  <a:pt x="0" y="1566083"/>
                  <a:pt x="0" y="1523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478864" y="2029523"/>
            <a:ext cx="723900" cy="228600"/>
          </a:xfrm>
          <a:custGeom>
            <a:avLst/>
            <a:gdLst/>
            <a:ahLst/>
            <a:cxnLst/>
            <a:rect l="l" t="t" r="r" b="b"/>
            <a:pathLst>
              <a:path w="723900" h="228600">
                <a:moveTo>
                  <a:pt x="38101" y="0"/>
                </a:moveTo>
                <a:lnTo>
                  <a:pt x="685799" y="0"/>
                </a:lnTo>
                <a:cubicBezTo>
                  <a:pt x="706842" y="0"/>
                  <a:pt x="723900" y="17058"/>
                  <a:pt x="723900" y="38101"/>
                </a:cubicBezTo>
                <a:lnTo>
                  <a:pt x="723900" y="190499"/>
                </a:lnTo>
                <a:cubicBezTo>
                  <a:pt x="723900" y="211542"/>
                  <a:pt x="706842" y="228600"/>
                  <a:pt x="6857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AD46FF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9478864" y="2029523"/>
            <a:ext cx="7810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27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NÂNG CAO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478864" y="2372153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Matrix Exponentiation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478864" y="2676925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Time: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994100" y="2676925"/>
            <a:ext cx="53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27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O(log n)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478864" y="2905292"/>
            <a:ext cx="44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Space: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231563" y="2905292"/>
            <a:ext cx="295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27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O(1)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478864" y="3171695"/>
            <a:ext cx="2038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Phức tạp, n rất lớn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259792" y="3873167"/>
            <a:ext cx="7544858" cy="2601383"/>
          </a:xfrm>
          <a:custGeom>
            <a:avLst/>
            <a:gdLst/>
            <a:ahLst/>
            <a:cxnLst/>
            <a:rect l="l" t="t" r="r" b="b"/>
            <a:pathLst>
              <a:path w="7544858" h="2601383">
                <a:moveTo>
                  <a:pt x="114305" y="0"/>
                </a:moveTo>
                <a:lnTo>
                  <a:pt x="7430554" y="0"/>
                </a:lnTo>
                <a:cubicBezTo>
                  <a:pt x="7493682" y="0"/>
                  <a:pt x="7544858" y="51176"/>
                  <a:pt x="7544858" y="114305"/>
                </a:cubicBezTo>
                <a:lnTo>
                  <a:pt x="7544858" y="2487079"/>
                </a:lnTo>
                <a:cubicBezTo>
                  <a:pt x="7544858" y="2550207"/>
                  <a:pt x="7493682" y="2601383"/>
                  <a:pt x="7430554" y="2601383"/>
                </a:cubicBezTo>
                <a:lnTo>
                  <a:pt x="114305" y="2601383"/>
                </a:lnTo>
                <a:cubicBezTo>
                  <a:pt x="51176" y="2601383"/>
                  <a:pt x="0" y="2550207"/>
                  <a:pt x="0" y="2487079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03209" y="4106996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3" name="Text 51"/>
          <p:cNvSpPr/>
          <p:nvPr/>
        </p:nvSpPr>
        <p:spPr>
          <a:xfrm>
            <a:off x="4807975" y="4068961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Kết luận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474634" y="45258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5" name="Text 53"/>
          <p:cNvSpPr/>
          <p:nvPr/>
        </p:nvSpPr>
        <p:spPr>
          <a:xfrm>
            <a:off x="4722151" y="4487828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Profiling là quy trình bắt buộc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474634" y="483063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7" name="Text 55"/>
          <p:cNvSpPr/>
          <p:nvPr/>
        </p:nvSpPr>
        <p:spPr>
          <a:xfrm>
            <a:off x="4722151" y="4792600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Thuật toán kém tối ưu = nút thắt cổ chai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127868" y="45258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9" name="Text 57"/>
          <p:cNvSpPr/>
          <p:nvPr/>
        </p:nvSpPr>
        <p:spPr>
          <a:xfrm>
            <a:off x="8375386" y="4487828"/>
            <a:ext cx="2105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GenAI tự động phân tích và đề xuất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127868" y="483063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1" name="Text 59"/>
          <p:cNvSpPr/>
          <p:nvPr/>
        </p:nvSpPr>
        <p:spPr>
          <a:xfrm>
            <a:off x="8375386" y="4792600"/>
            <a:ext cx="2028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Iterative là lựa chọn phù hợp nhất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0c34daaf93d40a718b49c42b6a941f9c39d56d0a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212456"/>
            <a:ext cx="2078864" cy="1640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5E8B7E">
                    <a:alpha val="3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871890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Triển khai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4529175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Logging, Monitoring và Error Handling với Decorators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530043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5"/>
          <p:cNvSpPr/>
          <p:nvPr/>
        </p:nvSpPr>
        <p:spPr>
          <a:xfrm>
            <a:off x="1295301" y="5205180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4"><p:bg><p:bgPr><a:solidFill><a:srgbClr val="1A1D24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331304" y="331304"/><a:ext cx="11595652" cy="198783"/></a:xfrm><a:prstGeom prst="rect"><a:avLst></a:avLst></a:prstGeom><a:noFill/><a:ln></a:ln></p:spPr><p:txBody><a:bodyPr wrap="square" lIns="0" tIns="0" rIns="0" bIns="0" rtlCol="0" anchor="ctr"></a:bodyPr><a:lstStyle/><a:p><a:pPr><a:lnSpc><a:spcPct val="130000"/></a:lnSpc></a:pPr><a:r><a:rPr lang="en-US" sz="1043" b="1" spc="52" kern="0" dirty="0"><a:solidFill><a:srgbClr val="5E8B7E"/></a:solidFill><a:latin typeface="Quattrocento Sans" pitchFamily="34" charset="0"/><a:ea typeface="Quattrocento Sans" pitchFamily="34" charset="-122"/><a:cs typeface="Quattrocento Sans" pitchFamily="34" charset="-120"/></a:rPr><a:t>CHƯƠNG 4: PRODUCTION DEPLOYMENT</a:t></a:r><a:endParaRPr lang="en-US" sz="1600" dirty="0"/></a:p></p:txBody></p:sp><p:sp><p:nvSpPr><p:cNvPr id="3" name="Text 1"></p:cNvPr><p:cNvSpPr/><p:nvPr></p:nvPr></p:nvSpPr><p:spPr><a:xfrm><a:off x="331304" y="596324"/><a:ext cx="11678478" cy="331304"/></a:xfrm><a:prstGeom prst="rect"><a:avLst></a:avLst></a:prstGeom><a:noFill/><a:ln></a:ln></p:spPr><p:txBody><a:bodyPr wrap="square" lIns="0" tIns="0" rIns="0" bIns="0" rtlCol="0" anchor="ctr"></a:bodyPr><a:lstStyle/><a:p><a:pPr><a:lnSpc><a:spcPct val="90000"/></a:lnSpc></a:pPr><a:r><a:rPr lang="en-US" sz="2348" b="1" dirty="0"><a:solidFill><a:srgbClr val="EDF2F4"/></a:solidFill><a:latin typeface="Liter" pitchFamily="34" charset="0"/><a:ea typeface="Liter" pitchFamily="34" charset="-122"/><a:cs typeface="Liter" pitchFamily="34" charset="-120"/></a:rPr><a:t>Vấn đề với Prompt cơ bản và Giải pháp Decorators</a:t></a:r><a:endParaRPr lang="en-US" sz="1600" dirty="0"/></a:p></p:txBody></p:sp><p:sp><p:nvSpPr><p:cNvPr id="4" name="Shape 2"></p:cNvPr><p:cNvSpPr/><p:nvPr></p:nvPr></p:nvSpPr><p:spPr><a:xfrm><a:off x="335906" y="1097882"/><a:ext cx="5657942" cy="2427725"/></a:xfrm><a:custGeom><a:avLst /><a:gdLst></a:gdLst><a:ahLst /><a:cxnLst></a:cxnLst><a:rect l="l" t="t" r="r" b="b" /><a:pathLst><a:path w="5657942" h="2427725"><a:moveTo><a:pt x="99391" y="0" /></a:moveTo><a:lnTo><a:pt x="5558551" y="0" /></a:lnTo><a:cubicBezTo>
                                        <a:pt x="5613443" y="0" />
                                        <a:pt x="5657942" y="44499" />
                                        <a:pt x="5657942" y="99391" />
                                        </a:cubicBezTo><a:lnTo><a:pt x="5657942" y="2328334" /></a:lnTo><a:cubicBezTo>
                                        <a:pt x="5657942" y="2383226" />
                                        <a:pt x="5613443" y="2427725" />
                                        <a:pt x="5558551" y="2427725" />
                                        </a:cubicBezTo><a:lnTo><a:pt x="99391" y="2427725" /></a:lnTo><a:cubicBezTo>
                                        <a:pt x="44499" y="2427725" />
                                        <a:pt x="0" y="2383226" />
                                        <a:pt x="0" y="2328334" />
                                        </a:cubicBezTo><a:lnTo><a:pt x="0" y="99391" /></a:lnTo><a:cubicBezTo>
                                        <a:pt x="0" y="44536" />
                                        <a:pt x="44536" y="0" />
                                        <a:pt x="99391" y="0" />
                                        </a:cubicBezTo><a:close /></a:path></a:pathLst></a:custGeom><a:solidFill><a:srgbClr val="FB2C36"><a:alpha val="10196"/></a:srgbClr></a:solidFill><a:ln w="14111"><a:solidFill><a:srgbClr val="FB2C36"><a:alpha val="30196"/></a:srgbClr></a:solidFill><a:prstDash val="solid"/></a:ln></p:spPr></p:sp><p:sp><p:nvSpPr><p:cNvPr id="5" name="Shape 3"></p:cNvPr><p:cNvSpPr/><p:nvPr></p:nvPr></p:nvSpPr><p:spPr><a:xfrm><a:off x="526866" y="1301203"/><a:ext cx="165652" cy="165652"/></a:xfrm><a:custGeom><a:avLst /><a:gdLst></a:gdLst><a:ahLst /><a:cxnLst></a:cxnLst><a:rect l="l" t="t" r="r" b="b" /><a:pathLst><a:path w="165652" h="165652"><a:moveTo><a:pt x="82826" y="0" /></a:moveTo><a:cubicBezTo>
                                        <a:pt x="87582" y="0" />
                                        <a:pt x="91950" y="2621" />
                                        <a:pt x="94215" y="6794" />
                                        </a:cubicBezTo><a:lnTo><a:pt x="164099" y="136210" /></a:lnTo><a:cubicBezTo>
                                        <a:pt x="166267" y="140222" />
                                        <a:pt x="166170" y="145075" />
                                        <a:pt x="163840" y="148990" />
                                        </a:cubicBezTo><a:cubicBezTo>
                                        <a:pt x="161511" y="152905" />
                                        <a:pt x="157273" y="155299" />
                                        <a:pt x="152711" y="155299" />
                                        </a:cubicBezTo><a:lnTo><a:pt x="12942" y="155299" /></a:lnTo><a:cubicBezTo>
                                        <a:pt x="8380" y="155299" />
                                        <a:pt x="4174" y="152905" />
                                        <a:pt x="1812" y="148990" />
                                        </a:cubicBezTo><a:cubicBezTo>
                                        <a:pt x="-550" y="145075" />
                                        <a:pt x="-615" y="140222" />
                                        <a:pt x="1553" y="136210" />
                                        </a:cubicBezTo><a:lnTo><a:pt x="71438" y="6794" /></a:lnTo><a:cubicBezTo>
                                        <a:pt x="73702" y="2621" />
                                        <a:pt x="78070" y="0" />
                                        <a:pt x="82826" y="0" />
                                        </a:cubicBezTo><a:close /><a:moveTo><a:pt x="82826" y="54355" /></a:moveTo><a:cubicBezTo>
                                        <a:pt x="78523" y="54355" />
                                        <a:pt x="75061" y="57816" />
                                        <a:pt x="75061" y="62120" />
                                        </a:cubicBezTo><a:lnTo><a:pt x="75061" y="98356" /></a:lnTo><a:cubicBezTo>
                                        <a:pt x="75061" y="102659" />
                                        <a:pt x="78523" y="106121" />
                                        <a:pt x="82826" y="106121" />
                                        </a:cubicBezTo><a:cubicBezTo>
                                        <a:pt x="87129" y="106121" />
                                        <a:pt x="90591" y="102659" />
                                        <a:pt x="90591" y="98356" />
                                        </a:cubicBezTo><a:lnTo><a:pt x="90591" y="62120" /></a:lnTo><a:cubicBezTo>
                                        <a:pt x="90591" y="57816" />
                                        <a:pt x="87129" y="54355" />
                                        <a:pt x="82826" y="54355" />
                                        </a:cubicBezTo><a:close /><a:moveTo><a:pt x="91465" y="124239" /></a:moveTo><a:cubicBezTo>
                                        <a:pt x="91661" y="121033" />
                                        <a:pt x="90062" y="117982" />
                                        <a:pt x="87313" y="116319" />
                                        </a:cubicBezTo><a:cubicBezTo>
                                        <a:pt x="84564" y="114657" />
                                        <a:pt x="81120" y="114657" />
                                        <a:pt x="78371" y="116319" />
                                        </a:cubicBezTo><a:cubicBezTo>
                                        <a:pt x="75623" y="117982" />
                                        <a:pt x="74023" y="121033" />
                                        <a:pt x="74220" y="124239" />
                                        </a:cubicBezTo><a:cubicBezTo>
                                        <a:pt x="74023" y="127446" />
                                        <a:pt x="75623" y="130496" />
                                        <a:pt x="78371" y="132159" />
                                        </a:cubicBezTo><a:cubicBezTo>
                                        <a:pt x="81120" y="133822" />
                                        <a:pt x="84564" y="133822" />
                                        <a:pt x="87313" y="132159" />
                                        </a:cubicBezTo><a:cubicBezTo>
                                        <a:pt x="90062" y="130496" />
                                        <a:pt x="91661" y="127446" />
                                        <a:pt x="91465" y="124239" />
                                        </a:cubicBezTo><a:close /></a:path></a:pathLst></a:custGeom><a:solidFill><a:srgbClr val="FF6467"/></a:solidFill><a:ln></a:ln></p:spPr></p:sp><p:sp><p:nvSpPr><p:cNvPr id="6" name="Text 4"></p:cNvPr><p:cNvSpPr/><p:nvPr></p:nvPr></p:nvSpPr><p:spPr><a:xfrm><a:off x="812587" y="1268137"/><a:ext cx="1987826" cy="231913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1304" b="1" dirty="0"><a:solidFill><a:srgbClr val="EDF2F4"/></a:solidFill><a:latin typeface="Liter" pitchFamily="34" charset="0"/><a:ea typeface="Liter" pitchFamily="34" charset="-122"/><a:cs typeface="Liter" pitchFamily="34" charset="-120"/></a:rPr><a:t>Vấn đề với Prompt cơ bản</a:t></a:r><a:endParaRPr lang="en-US" sz="1600" dirty="0"/></a:p></p:txBody></p:sp><p:sp><p:nvSpPr><p:cNvPr id="7" name="Shape 5"></p:cNvPr><p:cNvSpPr/><p:nvPr></p:nvPr></p:nvSpPr><p:spPr><a:xfrm><a:off x="506159" y="1632370"/><a:ext cx="5317435" cy="596348"/></a:xfrm><a:custGeom><a:avLst /><a:gdLst></a:gdLst><a:ahLst /><a:cxnLst></a:cxnLst><a:rect l="l" t="t" r="r" b="b" /><a:pathLst><a:path w="5317435" h="596348"><a:moveTo><a:pt x="66260" y="0" /></a:moveTo><a:lnTo><a:pt x="5251175" y="0" /></a:lnTo><a:cubicBezTo>
                                        <a:pt x="5287769" y="0" />
                                        <a:pt x="5317435" y="29666" />
                                        <a:pt x="5317435" y="66260" />
                                        </a:cubicBezTo><a:lnTo><a:pt x="5317435" y="530088" /></a:lnTo><a:cubicBezTo>
                                        <a:pt x="5317435" y="566682" />
                                        <a:pt x="5287769" y="596348" />
                                        <a:pt x="5251175" y="596348" />
                                        </a:cubicBezTo><a:lnTo><a:pt x="66260" y="596348" /></a:lnTo><a:cubicBezTo>
                                        <a:pt x="29666" y="596348" />
                                        <a:pt x="0" y="566682" />
                                        <a:pt x="0" y="530088" />
                                        </a:cubicBezTo><a:lnTo><a:pt x="0" y="66260" /></a:lnTo><a:cubicBezTo>
                                        <a:pt x="0" y="29666" />
                                        <a:pt x="29666" y="0" />
                                        <a:pt x="66260" y="0" />
                                        </a:cubicBezTo><a:close /></a:path></a:pathLst></a:custGeom><a:solidFill><a:srgbClr val="1A1D24"><a:alpha val="50196"/></a:srgbClr></a:solidFill><a:ln></a:ln></p:spPr></p:sp><p:sp><p:nvSpPr><p:cNvPr id="8" name="Text 6"></p:cNvPr><p:cNvSpPr/><p:nvPr></p:nvPr></p:nvSpPr><p:spPr><a:xfrm><a:off x="605522" y="1731728"/><a:ext cx="5176630" cy="165652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913" dirty="0"><a:solidFill><a:srgbClr val="8D99AE"/></a:solidFill><a:latin typeface="Quattrocento Sans" pitchFamily="34" charset="0"/><a:ea typeface="Quattrocento Sans" pitchFamily="34" charset="-122"/><a:cs typeface="Quattrocento Sans" pitchFamily="34" charset="-120"/></a:rPr><a:t>Yêu cầu đơn giản:</a:t></a:r><a:endParaRPr lang="en-US" sz="1600" dirty="0"/></a:p></p:txBody></p:sp><p:sp><p:nvSpPr><p:cNvPr id="9" name="Text 7"></p:cNvPr><p:cNvSpPr/><p:nvPr></p:nvPr></p:nvSpPr><p:spPr><a:xfrm><a:off x="605522" y="1963383"/><a:ext cx="5176630" cy="165652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913" dirty="0"><a:solidFill><a:srgbClr val="8D99AE"/></a:solidFill><a:latin typeface="Quattrocento Sans" pitchFamily="34" charset="0"/><a:ea typeface="Quattrocento Sans" pitchFamily="34" charset="-122"/><a:cs typeface="Quattrocento Sans" pitchFamily="34" charset="-120"/></a:rPr><a:t>&quot;Thêm log, counter, validation...&quot;</a:t></a:r><a:endParaRPr lang="en-US" sz="1600" dirty="0"/></a:p></p:txBody></p:sp><p:sp><p:nvSpPr><p:cNvPr id="10" name="Shape 8"></p:cNvPr><p:cNvSpPr/><p:nvPr></p:nvPr></p:nvSpPr><p:spPr><a:xfrm><a:off x="506159" y="2327615"/><a:ext cx="5317435" cy="1027043"/></a:xfrm><a:custGeom><a:avLst /><a:gdLst></a:gdLst><a:ahLst /><a:cxnLst></a:cxnLst><a:rect l="l" t="t" r="r" b="b" /><a:pathLst><a:path w="5317435" h="1027043"><a:moveTo><a:pt x="66265" y="0" /></a:moveTo><a:lnTo><a:pt x="5251170" y="0" /></a:lnTo><a:cubicBezTo>
                                        <a:pt x="5287767" y="0" />
                                        <a:pt x="5317435" y="29668" />
                                        <a:pt x="5317435" y="66265" />
                                        </a:cubicBezTo><a:lnTo><a:pt x="5317435" y="960779" /></a:lnTo><a:cubicBezTo>
                                        <a:pt x="5317435" y="997376" />
                                        <a:pt x="5287767" y="1027043" />
                                        <a:pt x="5251170" y="1027043" />
                                        </a:cubicBezTo><a:lnTo><a:pt x="66265" y="1027043" /></a:lnTo><a:cubicBezTo>
                                        <a:pt x="29692" y="1027043" />
                                        <a:pt x="0" y="997351" />
                                        <a:pt x="0" y="960779" />
                                        </a:cubicBezTo><a:lnTo><a:pt x="0" y="66265" /></a:lnTo><a:cubicBezTo>
                                        <a:pt x="0" y="29692" />
                                        <a:pt x="29692" y="0" />
                                        <a:pt x="66265" y="0" />
                                        </a:cubicBezTo><a:close /></a:path></a:pathLst></a:custGeom><a:solidFill><a:srgbClr val="FB2C36"><a:alpha val="10196"/></a:srgbClr></a:solidFill><a:ln></a:ln></p:spPr></p:sp><p:sp><p:nvSpPr><p:cNvPr id="11" name="Text 9"></p:cNvPr><p:cNvSpPr/><p:nvPr></p:nvPr></p:nvSpPr><p:spPr><a:xfrm><a:off x="605522" y="2426982"/><a:ext cx="5184913" cy="198783"/></a:xfrm><a:prstGeom prst="rect"><a:avLst></a:avLst></a:prstGeom><a:noFill/><a:ln></a:ln></p:spPr><p:txBody><a:bodyPr wrap="square" lIns="0" tIns="0" rIns="0" bIns="0" rtlCol="0" anchor="ctr"></a:bodyPr><a:lstStyle/><a:p><a:pPr><a:lnSpc><a:spcPct val="130000"/></a:lnSpc></a:pPr><a:r><a:rPr lang="en-US" sz="1043" b="1" dirty="0"><a:solidFill><a:srgbClr val="FF6467"/></a:solidFill><a:latin typeface="Quattrocento Sans" pitchFamily="34" charset="0"/><a:ea typeface="Quattrocento Sans" pitchFamily="34" charset="-122"/><a:cs typeface="Quattrocento Sans" pitchFamily="34" charset="-120"/></a:rPr><a:t>Kết quả:</a:t></a:r><a:endParaRPr lang="en-US" sz="1600" dirty="0"/></a:p></p:txBody></p:sp><p:sp><p:nvSpPr><p:cNvPr id="12" name="Text 10"></p:cNvPr><p:cNvSpPr/><p:nvPr></p:nvPr></p:nvSpPr><p:spPr><a:xfrm><a:off x="605522" y="2691993"/><a:ext cx="5176630" cy="165652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913" dirty="0"><a:solidFill><a:srgbClr val="8D99AE"/></a:solidFill><a:latin typeface="Quattrocento Sans" pitchFamily="34" charset="0"/><a:ea typeface="Quattrocento Sans" pitchFamily="34" charset="-122"/><a:cs typeface="Quattrocento Sans" pitchFamily="34" charset="-120"/></a:rPr><a:t>• AI nhồi nhét code vào hàm chính</a:t></a:r><a:endParaRPr lang="en-US" sz="1600" dirty="0"/></a:p></p:txBody></p:sp><p:sp><p:nvSpPr><p:cNvPr id="13" name="Text 11"></p:cNvPr><p:cNvSpPr/><p:nvPr></p:nvPr></p:nvSpPr><p:spPr><a:xfrm><a:off x="605522" y="2890574"/><a:ext cx="5176630" cy="165652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913" dirty="0"><a:solidFill><a:srgbClr val="8D99AE"/></a:solidFill><a:latin typeface="Quattrocento Sans" pitchFamily="34" charset="0"/><a:ea typeface="Quattrocento Sans" pitchFamily="34" charset="-122"/><a:cs typeface="Quattrocento Sans" pitchFamily="34" charset="-120"/></a:rPr><a:t>• Vi phạm Single Responsibility</a:t></a:r><a:endParaRPr lang="en-US" sz="1600" dirty="0"/></a:p></p:txBody></p:sp><p:sp><p:nvSpPr><p:cNvPr id="14" name="Text 12"></p:cNvPr><p:cNvSpPr/><p:nvPr></p:nvPr></p:nvSpPr><p:spPr><a:xfrm><a:off x="605522" y="3089154"/><a:ext cx="5176630" cy="165652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913" dirty="0"><a:solidFill><a:srgbClr val="8D99AE"/></a:solidFill><a:latin typeface="Quattrocento Sans" pitchFamily="34" charset="0"/><a:ea typeface="Quattrocento Sans" pitchFamily="34" charset="-122"/><a:cs typeface="Quattrocento Sans" pitchFamily="34" charset="-120"/></a:rPr><a:t>• Spaghetti code khó bảo trì</a:t></a:r><a:endParaRPr lang="en-US" sz="1600" dirty="0"/></a:p></p:txBody></p:sp><p:sp><p:nvSpPr><p:cNvPr id="15" name="Shape 13"></p:cNvPr><p:cNvSpPr/><p:nvPr></p:nvPr></p:nvSpPr><p:spPr><a:xfrm><a:off x="335906" y="3699138"/><a:ext cx="5657942" cy="3156594"/></a:xfrm><a:custGeom><a:avLst /><a:gdLst></a:gdLst><a:ahLst /><a:cxnLst></a:cxnLst><a:rect l="l" t="t" r="r" b="b" /><a:pathLst><a:path w="5657942" h="3156594"><a:moveTo><a:pt x="99401" y="0" /></a:moveTo><a:lnTo><a:pt x="5558541" y="0" /></a:lnTo><a:cubicBezTo>
                                        <a:pt x="5613439" y="0" />
                                        <a:pt x="5657942" y="44503" />
                                        <a:pt x="5657942" y="99401" />
                                        </a:cubicBezTo><a:lnTo><a:pt x="5657942" y="3057193" /></a:lnTo><a:cubicBezTo>
                                        <a:pt x="5657942" y="3112091" />
                                        <a:pt x="5613439" y="3156594" />
                                        <a:pt x="5558541" y="3156594" />
                                        </a:cubicBezTo><a:lnTo><a:pt x="99401" y="3156594" /></a:lnTo><a:cubicBezTo>
                                        <a:pt x="44503" y="3156594" />
                                        <a:pt x="0" y="3112091" />
                                        <a:pt x="0" y="3057193" />
                                        </a:cubicBezTo><a:lnTo><a:pt x="0" y="99401" /></a:lnTo><a:cubicBezTo>
                                        <a:pt x="0" y="44540" />
                                        <a:pt x="44540" y="0" />
                                        <a:pt x="99401" y="0" />
                                        </a:cubicBezTo><a:close /></a:path></a:pathLst></a:custGeom><a:solidFill><a:srgbClr val="4A5C6A"><a:alpha val="20000"/></a:srgbClr></a:solidFill><a:ln w="14111"><a:solidFill><a:srgbClr val="4A5C6A"><a:alpha val="50196"/></a:srgbClr></a:solidFill><a:prstDash val="solid"/></a:ln></p:spPr></p:sp><p:sp><p:nvSpPr><p:cNvPr id="16" name="Shape 14"></p:cNvPr><p:cNvSpPr/><p:nvPr></p:nvPr></p:nvSpPr><p:spPr><a:xfrm><a:off x="526866" y="3902459"/><a:ext cx="165652" cy="165652"/></a:xfrm><a:custGeom><a:avLst /><a:gdLst></a:gdLst><a:ahLst /><a:cxnLst></a:cxnLst><a:rect l="l" t="t" r="r" b="b" /><a:pathLst><a:path w="165652" h="165652"><a:moveTo><a:pt x="82826" y="0" /></a:moveTo><a:cubicBezTo>
                                        <a:pt x="84314" y="0" />
                                        <a:pt x="85803" y="324" />
                                        <a:pt x="87162" y="938" />
                                        </a:cubicBezTo><a:lnTo><a:pt x="148116" y="26789" /></a:lnTo><a:cubicBezTo>
                                        <a:pt x="155234" y="29798" />
                                        <a:pt x="160540" y="36819" />
                                        <a:pt x="160508" y="45296" />
                                        </a:cubicBezTo><a:cubicBezTo>
                                        <a:pt x="160346" y="77391" />
                                        <a:pt x="147146" y="136113" />
                                        <a:pt x="91400" y="162805" />
                                        </a:cubicBezTo><a:cubicBezTo>
                                        <a:pt x="85997" y="165393" />
                                        <a:pt x="79720" y="165393" />
                                        <a:pt x="74317" y="162805" />
                                        </a:cubicBezTo><a:cubicBezTo>
                                        <a:pt x="18539" y="136113" />
                                        <a:pt x="5371" y="77391" />
                                        <a:pt x="5209" y="45296" />
                                        </a:cubicBezTo><a:cubicBezTo>
                                        <a:pt x="5177" y="36819" />
                                        <a:pt x="10483" y="29798" />
                                        <a:pt x="17601" y="26789" />
                                        </a:cubicBezTo><a:lnTo><a:pt x="78523" y="938" /></a:lnTo><a:cubicBezTo>
                                        <a:pt x="79882" y="324" />
                                        <a:pt x="81338" y="0" />
                                        <a:pt x="82826" y="0" />
                                        </a:cubicBezTo><a:close /><a:moveTo><a:pt x="82826" y="21612" /></a:moveTo><a:lnTo><a:pt x="82826" y="143943" /></a:lnTo><a:cubicBezTo>
                                        <a:pt x="127475" y="122330" />
                                        <a:pt x="139478" y="74446" />
                                        <a:pt x="139769" y="45781" />
                                        </a:cubicBezTo><a:lnTo><a:pt x="82826" y="21645" /></a:lnTo><a:lnTo><a:pt x="82826" y="21645" /></a:lnTo><a:close /></a:path></a:pathLst></a:custGeom><a:solidFill><a:srgbClr val="5E8B7E"/></a:solidFill><a:ln></a:ln></p:spPr></p:sp><p:sp><p:nvSpPr><p:cNvPr id="17" name="Text 15"></p:cNvPr><p:cNvSpPr/><p:nvPr></p:nvPr></p:nvSpPr><p:spPr><a:xfrm><a:off x="812587" y="3869394"/><a:ext cx="1648239" cy="231913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1304" b="1" dirty="0"><a:solidFill><a:srgbClr val="EDF2F4"/></a:solidFill><a:latin typeface="Liter" pitchFamily="34" charset="0"/><a:ea typeface="Liter" pitchFamily="34" charset="-122"/><a:cs typeface="Liter" pitchFamily="34" charset="-120"/></a:rPr><a:t>Giải pháp: Decorators</a:t></a:r><a:endParaRPr lang="en-US" sz="1600" dirty="0"/></a:p></p:txBody></p:sp><p:sp><p:nvSpPr><p:cNvPr id="18" name="Shape 16"></p:cNvPr><p:cNvSpPr/><p:nvPr></p:nvPr></p:nvSpPr><p:spPr><a:xfrm><a:off x="506159" y="4233626"/><a:ext cx="5317435" cy="695739"/></a:xfrm><a:custGeom><a:avLst /><a:gdLst></a:gdLst><a:ahLst /><a:cxnLst></a:cxnLst><a:rect l="l" t="t" r="r" b="b" /><a:pathLst><a:path w="5317435" h="695739"><a:moveTo><a:pt x="66262" y="0" /></a:moveTo><a:lnTo><a:pt x="5251173" y="0" /></a:lnTo><a:cubicBezTo>
                                        <a:pt x="5287768" y="0" />
                                        <a:pt x="5317435" y="29667" />
                                        <a:pt x="5317435" y="66262" />
                                        </a:cubicBezTo><a:lnTo><a:pt x="5317435" y="629477" /></a:lnTo><a:cubicBezTo>
                                        <a:pt x="5317435" y="666073" />
                                        <a:pt x="5287768" y="695739" />
                                        <a:pt x="5251173" y="695739" />
                                        </a:cubicBezTo><a:lnTo><a:pt x="66262" y="695739" /></a:lnTo><a:cubicBezTo>
                                        <a:pt x="29667" y="695739" />
                                        <a:pt x="0" y="666073" />
                                        <a:pt x="0" y="629477" />
                                        </a:cubicBezTo><a:lnTo><a:pt x="0" y="66262" /></a:lnTo><a:cubicBezTo>
                                        <a:pt x="0" y="29691" />
                                        <a:pt x="29691" y="0" />
                                        <a:pt x="66262" y="0" />
                                        </a:cubicBezTo><a:close /></a:path></a:pathLst></a:custGeom><a:solidFill><a:srgbClr val="1A1D24"><a:alpha val="50196"/></a:srgbClr></a:solidFill><a:ln></a:ln></p:spPr></p:sp><p:sp><p:nvSpPr><p:cNvPr id="19" name="Text 17"></p:cNvPr><p:cNvSpPr/><p:nvPr></p:nvPr></p:nvSpPr><p:spPr><a:xfrm><a:off x="638595" y="4366059"/><a:ext cx="5118652" cy="198783"/></a:xfrm><a:prstGeom prst="rect"><a:avLst></a:avLst></a:prstGeom><a:noFill/><a:ln></a:ln></p:spPr><p:txBody><a:bodyPr wrap="square" lIns="0" tIns="0" rIns="0" bIns="0" rtlCol="0" anchor="ctr"></a:bodyPr><a:lstStyle/><a:p><a:pPr><a:lnSpc><a:spcPct val="130000"/></a:lnSpc></a:pPr><a:r><a:rPr lang="en-US" sz="1043" b="1" dirty="0"><a:solidFill><a:srgbClr val="5E8B7E"/></a:solidFill><a:latin typeface="Quattrocento Sans" pitchFamily="34" charset="0"/><a:ea typeface="Quattrocento Sans" pitchFamily="34" charset="-122"/><a:cs typeface="Quattrocento Sans" pitchFamily="34" charset="-120"/></a:rPr><a:t>Design Pattern mạnh mẽ</a:t></a:r><a:endParaRPr lang="en-US" sz="1600" dirty="0"/></a:p></p:txBody></p:sp><p:sp><p:nvSpPr><p:cNvPr id="20" name="Text 18"></p:cNvPr><p:cNvSpPr/><p:nvPr></p:nvPr></p:nvSpPr><p:spPr><a:xfrm><a:off x="638595" y="4631070"/><a:ext cx="5110370" cy="165652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913" dirty="0"><a:solidFill><a:srgbClr val="8D99AE"/></a:solidFill><a:latin typeface="Quattrocento Sans" pitchFamily="34" charset="0"/><a:ea typeface="Quattrocento Sans" pitchFamily="34" charset="-122"/><a:cs typeface="Quattrocento Sans" pitchFamily="34" charset="-120"/></a:rPr><a:t>Bọc hàm chính, tách biệt concerns</a:t></a:r><a:endParaRPr lang="en-US" sz="1600" dirty="0"/></a:p></p:txBody></p:sp><p:sp><p:nvSpPr><p:cNvPr id="21" name="Shape 19"></p:cNvPr><p:cNvSpPr/><p:nvPr></p:nvPr></p:nvSpPr><p:spPr><a:xfrm><a:off x="531007" y="5077846"/><a:ext cx="115957" cy="132522"/></a:xfrm><a:custGeom><a:avLst /><a:gdLst></a:gdLst><a:ahLst /><a:cxnLst></a:cxnLst><a:rect l="l" t="t" r="r" b="b" /><a:pathLst><a:path w="115957" h="132522"><a:moveTo><a:pt x="112540" y="18144" /></a:moveTo><a:cubicBezTo>
                                        <a:pt x="116241" y="20836" />
                                        <a:pt x="117069" y="26013" />
                                        <a:pt x="114378" y="29714" />
                                        </a:cubicBezTo><a:lnTo><a:pt x="48117" y="120823" /></a:lnTo><a:cubicBezTo>
                                        <a:pt x="46693" y="122790" />
                                        <a:pt x="44493" y="124006" />
                                        <a:pt x="42060" y="124213" />
                                        </a:cubicBezTo><a:cubicBezTo>
                                        <a:pt x="39627" y="124420" />
                                        <a:pt x="37272" y="123514" />
                                        <a:pt x="35563" y="121806" />
                                        </a:cubicBezTo><a:lnTo><a:pt x="2433" y="88676" /></a:lnTo><a:cubicBezTo>
                                        <a:pt x="-802" y="85440" />
                                        <a:pt x="-802" y="80186" />
                                        <a:pt x="2433" y="76951" />
                                        </a:cubicBezTo><a:cubicBezTo>
                                        <a:pt x="5668" y="73715" />
                                        <a:pt x="10923" y="73715" />
                                        <a:pt x="14158" y="76951" />
                                        </a:cubicBezTo><a:lnTo><a:pt x="40429" y="103222" /></a:lnTo><a:lnTo><a:pt x="100996" y="19956" /></a:lnTo><a:cubicBezTo>
                                        <a:pt x="103688" y="16255" />
                                        <a:pt x="108865" y="15426" />
                                        <a:pt x="112566" y="18118" />
                                        </a:cubicBezTo><a:close /></a:path></a:pathLst></a:custGeom><a:solidFill><a:srgbClr val="5E8B7E"/></a:solidFill><a:ln></a:ln></p:spPr></p:sp><p:sp><p:nvSpPr><p:cNvPr id="22" name="Text 20"></p:cNvPr><p:cNvSpPr/><p:nvPr></p:nvPr></p:nvSpPr><p:spPr><a:xfrm><a:off x="737957" y="5061450"/><a:ext cx="1258957" cy="165652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913" dirty="0"><a:solidFill><a:srgbClr val="8D99AE"/></a:solidFill><a:latin typeface="Quattrocento Sans" pitchFamily="34" charset="0"/><a:ea typeface="Quattrocento Sans" pitchFamily="34" charset="-122"/><a:cs typeface="Quattrocento Sans" pitchFamily="34" charset="-120"/></a:rPr><a:t>Hàm chính luôn sạch sẽ</a:t></a:r><a:endParaRPr lang="en-US" sz="1600" dirty="0"/></a:p></p:txBody></p:sp><p:sp><p:nvSpPr><p:cNvPr id="23" name="Shape 21"></p:cNvPr><p:cNvSpPr/><p:nvPr></p:nvPr></p:nvSpPr><p:spPr><a:xfrm><a:off x="531007" y="5309500"/><a:ext cx="115957" cy="132522"/></a:xfrm><a:custGeom><a:avLst /><a:gdLst></a:gdLst><a:ahLst /><a:cxnLst></a:cxnLst><a:rect l="l" t="t" r="r" b="b" /><a:pathLst><a:path w="115957" h="132522"><a:moveTo><a:pt x="112540" y="18144" /></a:moveTo><a:cubicBezTo>
                                        <a:pt x="116241" y="20836" />
                                        <a:pt x="117069" y="26013" />
                                        <a:pt x="114378" y="29714" />
                                        </a:cubicBezTo><a:lnTo><a:pt x="48117" y="120823" /></a:lnTo><a:cubicBezTo>
                                        <a:pt x="46693" y="122790" />
                                        <a:pt x="44493" y="124006" />
                                        <a:pt x="42060" y="124213" />
                                        </a:cubicBezTo><a:cubicBezTo>
                                        <a:pt x="39627" y="124420" />
                                        <a:pt x="37272" y="123514" />
                                        <a:pt x="35563" y="121806" />
                                        </a:cubicBezTo><a:lnTo><a:pt x="2433" y="88676" /></a:lnTo><a:cubicBezTo>
                                        <a:pt x="-802" y="85440" />
                                        <a:pt x="-802" y="80186" />
                                        <a:pt x="2433" y="76951" />
                                        </a:cubicBezTo><a:cubicBezTo>
                                        <a:pt x="5668" y="73715" />
                                        <a:pt x="10923" y="73715" />
                                        <a:pt x="14158" y="76951" />
                                        </a:cubicBezTo><a:lnTo><a:pt x="40429" y="103222" /></a:lnTo><a:lnTo><a:pt x="100996" y="19956" /></a:lnTo><a:cubicBezTo>
                                        <a:pt x="103688" y="16255" />
                                        <a:pt x="108865" y="15426" />
                                        <a:pt x="112566" y="18118" />
                                        </a:cubicBezTo><a:close /></a:path></a:pathLst></a:custGeom><a:solidFill><a:srgbClr val="5E8B7E"/></a:solidFill><a:ln></a:ln></p:spPr></p:sp><p:sp><p:nvSpPr><p:cNvPr id="24" name="Text 22"></p:cNvPr><p:cNvSpPr/><p:nvPr></p:nvPr></p:nvSpPr><p:spPr><a:xfrm><a:off x="737957" y="5293105"/><a:ext cx="1151283" cy="165652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913" dirty="0"><a:solidFill><a:srgbClr val="8D99AE"/></a:solidFill><a:latin typeface="Quattrocento Sans" pitchFamily="34" charset="0"/><a:ea typeface="Quattrocento Sans" pitchFamily="34" charset="-122"/><a:cs typeface="Quattrocento Sans" pitchFamily="34" charset="-120"/></a:rPr><a:t>Dễ tái sử dụng và test</a:t></a:r><a:endParaRPr lang="en-US" sz="1600" dirty="0"/></a:p></p:txBody></p:sp><p:sp><p:nvSpPr><p:cNvPr id="25" name="Shape 23"></p:cNvPr><p:cNvSpPr/><p:nvPr></p:nvPr></p:nvSpPr><p:spPr><a:xfrm><a:off x="531007" y="5541154"/><a:ext cx="115957" cy="132522"/></a:xfrm><a:custGeom><a:avLst /><a:gdLst></a:gdLst><a:ahLst /><a:cxnLst></a:cxnLst><a:rect l="l" t="t" r="r" b="b" /><a:pathLst><a:path w="115957" h="132522"><a:moveTo><a:pt x="112540" y="18144" /></a:moveTo><a:cubicBezTo>
                                        <a:pt x="116241" y="20836" />
                                        <a:pt x="117069" y="26013" />
                                        <a:pt x="114378" y="29714" />
                                        </a:cubicBezTo><a:lnTo><a:pt x="48117" y="120823" /></a:lnTo><a:cubicBezTo>
                                        <a:pt x="46693" y="122790" />
                                        <a:pt x="44493" y="124006" />
                                        <a:pt x="42060" y="124213" />
                                        </a:cubicBezTo><a:cubicBezTo>
                                        <a:pt x="39627" y="124420" />
                                        <a:pt x="37272" y="123514" />
                                        <a:pt x="35563" y="121806" />
                                        </a:cubicBezTo><a:lnTo><a:pt x="2433" y="88676" /></a:lnTo><a:cubicBezTo>
                                        <a:pt x="-802" y="85440" />
                                        <a:pt x="-802" y="80186" />
                                        <a:pt x="2433" y="76951" />
                                        </a:cubicBezTo><a:cubicBezTo>
                                        <a:pt x="5668" y="73715" />
                                        <a:pt x="10923" y="73715" />
                                        <a:pt x="14158" y="76951" />
                                        </a:cubicBezTo><a:lnTo><a:pt x="40429" y="103222" /></a:lnTo><a:lnTo><a:pt x="100996" y="19956" /></a:lnTo><a:cubicBezTo>
                                        <a:pt x="103688" y="16255" />
                                        <a:pt x="108865" y="15426" />
                                        <a:pt x="112566" y="18118" />
                                        </a:cubicBezTo><a:close /></a:path></a:pathLst></a:custGeom><a:solidFill><a:srgbClr val="5E8B7E"/></a:solidFill><a:ln></a:ln></p:spPr></p:sp><p:sp><p:nvSpPr><p:cNvPr id="26" name="Text 24"></p:cNvPr><p:cNvSpPr/><p:nvPr></p:nvPr></p:nvSpPr><p:spPr><a:xfrm><a:off x="737957" y="5524759"/><a:ext cx="1358348" cy="165652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913" dirty="0"><a:solidFill><a:srgbClr val="8D99AE"/></a:solidFill><a:latin typeface="Quattrocento Sans" pitchFamily="34" charset="0"/><a:ea typeface="Quattrocento Sans" pitchFamily="34" charset="-122"/><a:cs typeface="Quattrocento Sans" pitchFamily="34" charset="-120"/></a:rPr><a:t>Tuân thủ SOLID principles</a:t></a:r><a:endParaRPr lang="en-US" sz="1600" dirty="0"/></a:p></p:txBody></p:sp><p:sp><p:nvSpPr><p:cNvPr id="27" name="Shape 25"></p:cNvPr><p:cNvSpPr/><p:nvPr></p:nvPr></p:nvSpPr><p:spPr><a:xfrm><a:off x="6199878" y="1097882"/><a:ext cx="5657942" cy="3289116"/></a:xfrm><a:custGeom><a:avLst /><a:gdLst></a:gdLst><a:ahLst /><a:cxnLst></a:cxnLst><a:rect l="l" t="t" r="r" b="b" /><a:pathLst><a:path w="5657942" h="3289116"><a:moveTo><a:pt x="99397" y="0" /></a:moveTo><a:lnTo><a:pt x="5558545" y="0" /></a:lnTo><a:cubicBezTo>
                                        <a:pt x="5613440" y="0" />
                                        <a:pt x="5657942" y="44502" />
                                        <a:pt x="5657942" y="99397" />
                                        </a:cubicBezTo><a:lnTo><a:pt x="5657942" y="3189719" /></a:lnTo><a:cubicBezTo>
                                        <a:pt x="5657942" y="3244614" />
                                        <a:pt x="5613440" y="3289116" />
                                        <a:pt x="5558545" y="3289116" />
                                        </a:cubicBezTo><a:lnTo><a:pt x="99397" y="3289116" /></a:lnTo><a:cubicBezTo>
                                        <a:pt x="44502" y="3289116" />
                                        <a:pt x="0" y="3244614" />
                                        <a:pt x="0" y="3189719" />
                                        </a:cubicBezTo><a:lnTo><a:pt x="0" y="99397" /></a:lnTo><a:cubicBezTo>
                                        <a:pt x="0" y="44538" />
                                        <a:pt x="44538" y="0" />
                                        <a:pt x="99397" y="0" />
                                        </a:cubicBezTo><a:close /></a:path></a:pathLst></a:custGeom><a:gradFill rotWithShape="1" flip="none"><a:gsLst><a:gs pos="0"><a:srgbClr val="5E8B7E"><a:alpha val="20000"/></a:srgbClr></a:gs><a:gs pos="100000"><a:srgbClr val="5E8B7E"><a:alpha val="10000"/></a:srgbClr></a:gs></a:gsLst><a:lin ang="2700000" scaled="1"/></a:gradFill><a:ln w="14111"><a:solidFill><a:srgbClr val="5E8B7E"><a:alpha val="50196"/></a:srgbClr></a:solidFill><a:prstDash val="solid"/></a:ln></p:spPr></p:sp><p:sp><p:nvSpPr><p:cNvPr id="28" name="Shape 26"></p:cNvPr><p:cNvSpPr/><p:nvPr></p:nvPr></p:nvSpPr><p:spPr><a:xfrm><a:off x="6390838" y="1301203"/><a:ext cx="165652" cy="165652"/></a:xfrm><a:custGeom><a:avLst /><a:gdLst></a:gdLst><a:ahLst /><a:cxnLst></a:cxnLst><a:rect l="l" t="t" r="r" b="b" /><a:pathLst><a:path w="165652" h="165652"><a:moveTo><a:pt x="128930" y="3947" /></a:moveTo><a:lnTo><a:pt x="100394" y="32483" /></a:lnTo><a:lnTo><a:pt x="133169" y="65258" /></a:lnTo><a:lnTo><a:pt x="161705" y="36722" /></a:lnTo><a:cubicBezTo>
                                        <a:pt x="164229" y="34166" />
                                        <a:pt x="165652" y="30736" />
                                        <a:pt x="165652" y="27177" />
                                        </a:cubicBezTo><a:cubicBezTo>
                                        <a:pt x="165652" y="23618" />
                                        <a:pt x="164229" y="20189" />
                                        <a:pt x="161705" y="17633" />
                                        </a:cubicBezTo><a:lnTo><a:pt x="148019" y="3947" /></a:lnTo><a:cubicBezTo>
                                        <a:pt x="145463" y="1424" />
                                        <a:pt x="142034" y="0" />
                                        <a:pt x="138475" y="0" />
                                        </a:cubicBezTo><a:cubicBezTo>
                                        <a:pt x="134916" y="0" />
                                        <a:pt x="131486" y="1424" />
                                        <a:pt x="128930" y="3947" />
                                        </a:cubicBezTo><a:close /><a:moveTo><a:pt x="89426" y="43451" /></a:moveTo><a:lnTo><a:pt x="3947" y="128930" /></a:lnTo><a:cubicBezTo>
                                        <a:pt x="1424" y="131486" />
                                        <a:pt x="0" y="134916" />
                                        <a:pt x="0" y="138475" />
                                        </a:cubicBezTo><a:cubicBezTo>
                                        <a:pt x="0" y="142034" />
                                        <a:pt x="1424" y="145463" />
                                        <a:pt x="3947" y="148019" />
                                        </a:cubicBezTo><a:lnTo><a:pt x="17633" y="161705" /></a:lnTo><a:cubicBezTo>
                                        <a:pt x="20189" y="164229" />
                                        <a:pt x="23618" y="165652" />
                                        <a:pt x="27177" y="165652" />
                                        </a:cubicBezTo><a:cubicBezTo>
                                        <a:pt x="30736" y="165652" />
                                        <a:pt x="34166" y="164229" />
                                        <a:pt x="36722" y="161705" />
                                        </a:cubicBezTo><a:lnTo><a:pt x="122201" y="76226" /></a:lnTo><a:lnTo><a:pt x="89426" y="43451" /></a:lnTo><a:close /></a:path></a:pathLst></a:custGeom><a:solidFill><a:srgbClr val="5E8B7E"/></a:solidFill><a:ln></a:ln></p:spPr></p:sp><p:sp><p:nvSpPr><p:cNvPr id="29" name="Text 27"></p:cNvPr><p:cNvSpPr/><p:nvPr></p:nvPr></p:nvSpPr><p:spPr><a:xfrm><a:off x="6676560" y="1268137"/><a:ext cx="1590261" cy="231913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1304" b="1" dirty="0"><a:solidFill><a:srgbClr val="EDF2F4"/></a:solidFill><a:latin typeface="Liter" pitchFamily="34" charset="0"/><a:ea typeface="Liter" pitchFamily="34" charset="-122"/><a:cs typeface="Liter" pitchFamily="34" charset="-120"/></a:rPr><a:t>Kỹ thuật Inverse CoT</a:t></a:r><a:endParaRPr lang="en-US" sz="1600" dirty="0"/></a:p></p:txBody></p:sp><p:sp><p:nvSpPr><p:cNvPr id="30" name="Shape 28"></p:cNvPr><p:cNvSpPr/><p:nvPr></p:nvPr></p:nvSpPr><p:spPr><a:xfrm><a:off x="6370131" y="1632370"/><a:ext cx="5317435" cy="629478"/></a:xfrm><a:custGeom><a:avLst /><a:gdLst></a:gdLst><a:ahLst /><a:cxnLst></a:cxnLst><a:rect l="l" t="t" r="r" b="b" /><a:pathLst><a:path w="5317435" h="629478"><a:moveTo><a:pt x="66259" y="0" /></a:moveTo><a:lnTo><a:pt x="5251176" y="0" /></a:lnTo><a:cubicBezTo>
                                        <a:pt x="5287770" y="0" />
                                        <a:pt x="5317435" y="29665" />
                                        <a:pt x="5317435" y="66259" />
                                        </a:cubicBezTo><a:lnTo><a:pt x="5317435" y="563219" /></a:lnTo><a:cubicBezTo>
                                        <a:pt x="5317435" y="599813" />
                                        <a:pt x="5287770" y="629478" />
                                        <a:pt x="5251176" y="629478" />
                                        </a:cubicBezTo><a:lnTo><a:pt x="66259" y="629478" /></a:lnTo><a:cubicBezTo>
                                        <a:pt x="29665" y="629478" />
                                        <a:pt x="0" y="599813" />
                                        <a:pt x="0" y="563219" />
                                        </a:cubicBezTo><a:lnTo><a:pt x="0" y="66259" /></a:lnTo><a:cubicBezTo>
                                        <a:pt x="0" y="29665" />
                                        <a:pt x="29665" y="0" />
                                        <a:pt x="66259" y="0" />
                                        </a:cubicBezTo><a:close /></a:path></a:pathLst></a:custGeom><a:solidFill><a:srgbClr val="1A1D24"><a:alpha val="50196"/></a:srgbClr></a:solidFill><a:ln></a:ln></p:spPr></p:sp><p:sp><p:nvSpPr><p:cNvPr id="31" name="Text 29"></p:cNvPr><p:cNvSpPr/><p:nvPr></p:nvPr></p:nvSpPr><p:spPr><a:xfrm><a:off x="6469494" y="1731728"/><a:ext cx="5184913" cy="198783"/></a:xfrm><a:prstGeom prst="rect"><a:avLst></a:avLst></a:prstGeom><a:noFill/><a:ln></a:ln></p:spPr><p:txBody><a:bodyPr wrap="square" lIns="0" tIns="0" rIns="0" bIns="0" rtlCol="0" anchor="ctr"></a:bodyPr><a:lstStyle/><a:p><a:pPr><a:lnSpc><a:spcPct val="130000"/></a:lnSpc></a:pPr><a:r><a:rPr lang="en-US" sz="1043" b="1" dirty="0"><a:solidFill><a:srgbClr val="5E8B7E"/></a:solidFill><a:latin typeface="Quattrocento Sans" pitchFamily="34" charset="0"/><a:ea typeface="Quattrocento Sans" pitchFamily="34" charset="-122"/><a:cs typeface="Quattrocento Sans" pitchFamily="34" charset="-120"/></a:rPr><a:t>Thay vì yêu cầu AI viết trước:</a:t></a:r><a:endParaRPr lang="en-US" sz="1600" dirty="0"/></a:p></p:txBody></p:sp><p:sp><p:nvSpPr><p:cNvPr id="32" name="Text 30"></p:cNvPr><p:cNvSpPr/><p:nvPr></p:nvPr></p:nvSpPr><p:spPr><a:xfrm><a:off x="6469494" y="1996748"/><a:ext cx="5176630" cy="165652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913" dirty="0"><a:solidFill><a:srgbClr val="8D99AE"/></a:solidFill><a:latin typeface="Quattrocento Sans" pitchFamily="34" charset="0"/><a:ea typeface="Quattrocento Sans" pitchFamily="34" charset="-122"/><a:cs typeface="Quattrocento Sans" pitchFamily="34" charset="-120"/></a:rPr><a:t>→ Ta </a:t></a:r><a:pPr><a:lnSpc><a:spcPct val="120000"/></a:lnSpc></a:pPr><a:r><a:rPr lang="en-US" sz="913" b="1" dirty="0"><a:solidFill><a:srgbClr val="EDF2F4"/></a:solidFill><a:latin typeface="Quattrocento Sans" pitchFamily="34" charset="0"/><a:ea typeface="Quattrocento Sans" pitchFamily="34" charset="-122"/><a:cs typeface="Quattrocento Sans" pitchFamily="34" charset="-120"/></a:rPr><a:t>gọi decorators chưa định nghĩa</a:t></a:r><a:endParaRPr lang="en-US" sz="1600" dirty="0"/></a:p></p:txBody></p:sp><p:sp><p:nvSpPr><p:cNvPr id="33" name="Shape 31"></p:cNvPr><p:cNvSpPr/><p:nvPr></p:nvPr></p:nvSpPr><p:spPr><a:xfrm><a:off x="6370131" y="2360980"/><a:ext cx="5317435" cy="1126435"/></a:xfrm><a:custGeom><a:avLst /><a:gdLst></a:gdLst><a:ahLst /><a:cxnLst></a:cxnLst><a:rect l="l" t="t" r="r" b="b" /><a:pathLst><a:path w="5317435" h="1126435"><a:moveTo><a:pt x="66257" y="0" /></a:moveTo><a:lnTo><a:pt x="5251178" y="0" /></a:lnTo><a:cubicBezTo>
                                        <a:pt x="5287771" y="0" />
                                        <a:pt x="5317435" y="29664" />
                                        <a:pt x="5317435" y="66257" />
                                        </a:cubicBezTo><a:lnTo><a:pt x="5317435" y="1060178" /></a:lnTo><a:cubicBezTo>
                                        <a:pt x="5317435" y="1096771" />
                                        <a:pt x="5287771" y="1126435" />
                                        <a:pt x="5251178" y="1126435" />
                                        </a:cubicBezTo><a:lnTo><a:pt x="66257" y="1126435" /></a:lnTo><a:cubicBezTo>
                                        <a:pt x="29664" y="1126435" />
                                        <a:pt x="0" y="1096771" />
                                        <a:pt x="0" y="1060178" />
                                        </a:cubicBezTo><a:lnTo><a:pt x="0" y="66257" /></a:lnTo><a:cubicBezTo>
                                        <a:pt x="0" y="29664" />
                                        <a:pt x="29664" y="0" />
                                        <a:pt x="66257" y="0" />
                                        </a:cubicBezTo><a:close /></a:path></a:pathLst></a:custGeom><a:solidFill><a:srgbClr val="1A1D24"><a:alpha val="50196"/></a:srgbClr></a:solidFill><a:ln></a:ln></p:spPr></p:sp><p:sp><p:nvSpPr><p:cNvPr id="34" name="Text 32"></p:cNvPr><p:cNvSpPr/><p:nvPr></p:nvPr></p:nvSpPr><p:spPr><a:xfrm><a:off x="6469494" y="2460339"/><a:ext cx="5184913" cy="198783"/></a:xfrm><a:prstGeom prst="rect"><a:avLst></a:avLst></a:prstGeom><a:noFill/><a:ln></a:ln></p:spPr><p:txBody><a:bodyPr wrap="square" lIns="0" tIns="0" rIns="0" bIns="0" rtlCol="0" anchor="ctr"></a:bodyPr><a:lstStyle/><a:p><a:pPr><a:lnSpc><a:spcPct val="130000"/></a:lnSpc></a:pPr><a:r><a:rPr lang="en-US" sz="1043" b="1" dirty="0"><a:solidFill><a:srgbClr val="5E8B7E"/></a:solidFill><a:latin typeface="Quattrocento Sans" pitchFamily="34" charset="0"/><a:ea typeface="Quattrocento Sans" pitchFamily="34" charset="-122"/><a:cs typeface="Quattrocento Sans" pitchFamily="34" charset="-120"/></a:rPr><a:t>&quot;Bước đệm&quot; điều hướng AI:</a:t></a:r><a:endParaRPr lang="en-US" sz="1600" dirty="0"/></a:p></p:txBody></p:sp><p:sp><p:nvSpPr><p:cNvPr id="35" name="Shape 33"></p:cNvPr><p:cNvSpPr/><p:nvPr></p:nvPr></p:nvSpPr><p:spPr><a:xfrm><a:off x="6469494" y="2725358"/><a:ext cx="5118652" cy="662609"/></a:xfrm><a:custGeom><a:avLst /><a:gdLst></a:gdLst><a:ahLst /><a:cxnLst></a:cxnLst><a:rect l="l" t="t" r="r" b="b" /><a:pathLst><a:path w="5118652" h="662609"><a:moveTo><a:pt x="33130" y="0" /></a:moveTo><a:lnTo><a:pt x="5085522" y="0" /></a:lnTo><a:cubicBezTo>
                                        <a:pt x="5103819" y="0" />
                                        <a:pt x="5118652" y="14833" />
                                        <a:pt x="5118652" y="33130" />
                                        </a:cubicBezTo><a:lnTo><a:pt x="5118652" y="629478" /></a:lnTo><a:cubicBezTo>
                                        <a:pt x="5118652" y="647776" />
                                        <a:pt x="5103819" y="662609" />
                                        <a:pt x="5085522" y="662609" />
                                        </a:cubicBezTo><a:lnTo><a:pt x="33130" y="662609" /></a:lnTo><a:cubicBezTo>
                                        <a:pt x="14833" y="662609" />
                                        <a:pt x="0" y="647776" />
                                        <a:pt x="0" y="629478" />
                                        </a:cubicBezTo><a:lnTo><a:pt x="0" y="33130" /></a:lnTo><a:cubicBezTo>
                                        <a:pt x="0" y="14833" />
                                        <a:pt x="14833" y="0" />
                                        <a:pt x="33130" y="0" />
                                        </a:cubicBezTo><a:close /></a:path></a:pathLst></a:custGeom><a:solidFill><a:srgbClr val="1A1D24"><a:alpha val="70196"/></a:srgbClr></a:solidFill><a:ln></a:ln></p:spPr></p:sp><p:sp><p:nvSpPr><p:cNvPr id="36" name="Text 34"></p:cNvPr><p:cNvSpPr/><p:nvPr></p:nvPr></p:nvSpPr><p:spPr><a:xfrm><a:off x="6469494" y="2725358"/><a:ext cx="5168348" cy="662609"/></a:xfrm><a:prstGeom prst="rect"><a:avLst></a:avLst></a:prstGeom><a:noFill/><a:ln></a:ln></p:spPr><p:txBody><a:bodyPr wrap="square" lIns="66261" tIns="66261" rIns="66261" bIns="66261" rtlCol="0" anchor="ctr"></a:bodyPr><a:lstStyle/><a:p><a:pPr><a:lnSpc><a:spcPct val="110000"/></a:lnSpc></a:pPr><a:r><a:rPr lang="en-US" sz="783" dirty="0"><a:solidFill><a:srgbClr val="8D99AE"/></a:solidFill><a:latin typeface="MiSans" pitchFamily="34" charset="0"/><a:ea typeface="MiSans" pitchFamily="34" charset="-122"/><a:cs typeface="MiSans" pitchFamily="34" charset="-120"/></a:rPr><a:t>@log_function_args</a:t></a:r><a:endParaRPr lang="en-US" sz="1600" dirty="0"/></a:p><a:p><a:pPr><a:lnSpc><a:spcPct val="110000"/></a:lnSpc></a:pPr><a:r><a:rPr lang="en-US" sz="783" dirty="0"><a:solidFill><a:srgbClr val="8D99AE"/></a:solidFill><a:latin typeface="MiSans" pitchFamily="34" charset="0"/><a:ea typeface="MiSans" pitchFamily="34" charset="-122"/><a:cs typeface="MiSans" pitchFamily="34" charset="-120"/></a:rPr><a:t>@increment_counter</a:t></a:r><a:endParaRPr lang="en-US" sz="1600" dirty="0"/></a:p><a:p><a:pPr><a:lnSpc><a:spcPct val="110000"/></a:lnSpc></a:pPr><a:r><a:rPr lang="en-US" sz="783" dirty="0"><a:solidFill><a:srgbClr val="8D99AE"/></a:solidFill><a:latin typeface="MiSans" pitchFamily="34" charset="0"/><a:ea typeface="MiSans" pitchFamily="34" charset="-122"/><a:cs typeface="MiSans" pitchFamily="34" charset="-120"/></a:rPr><a:t>@validate_args</a:t></a:r><a:endParaRPr lang="en-US" sz="1600" dirty="0"/></a:p><a:p><a:pPr><a:lnSpc><a:spcPct val="110000"/></a:lnSpc></a:pPr><a:r><a:rPr lang="en-US" sz="783" dirty="0"><a:solidFill><a:srgbClr val="8D99AE"/></a:solidFill><a:latin typeface="MiSans" pitchFamily="34" charset="0"/><a:ea typeface="MiSans" pitchFamily="34" charset="-122"/><a:cs typeface="MiSans" pitchFamily="34" charset="-120"/></a:rPr><a:t>def print_fizzbuzz(n):r/&gt; # core logic</a:t></a:r><a:endParaRPr lang="en-US" sz="1600" dirty="0"/></a:p></p:txBody></p:sp><p:sp><p:nvSpPr><p:cNvPr id="37" name="Shape 35"></p:cNvPr><p:cNvSpPr/><p:nvPr></p:nvPr></p:nvSpPr><p:spPr><a:xfrm><a:off x="6370131" y="3586111"/><a:ext cx="5317435" cy="629478"/></a:xfrm><a:custGeom><a:avLst /><a:gdLst></a:gdLst><a:ahLst /><a:cxnLst></a:cxnLst><a:rect l="l" t="t" r="r" b="b" /><a:pathLst><a:path w="5317435" h="629478"><a:moveTo><a:pt x="66259" y="0" /></a:moveTo><a:lnTo><a:pt x="5251176" y="0" /></a:lnTo><a:cubicBezTo>
                                        <a:pt x="5287770" y="0" />
                                        <a:pt x="5317435" y="29665" />
                                        <a:pt x="5317435" y="66259" />
                                        </a:cubicBezTo><a:lnTo><a:pt x="5317435" y="563219" /></a:lnTo><a:cubicBezTo>
                                        <a:pt x="5317435" y="599813" />
                                        <a:pt x="5287770" y="629478" />
                                        <a:pt x="5251176" y="629478" />
                                        </a:cubicBezTo><a:lnTo><a:pt x="66259" y="629478" /></a:lnTo><a:cubicBezTo>
                                        <a:pt x="29665" y="629478" />
                                        <a:pt x="0" y="599813" />
                                        <a:pt x="0" y="563219" />
                                        </a:cubicBezTo><a:lnTo><a:pt x="0" y="66259" /></a:lnTo><a:cubicBezTo>
                                        <a:pt x="0" y="29665" />
                                        <a:pt x="29665" y="0" />
                                        <a:pt x="66259" y="0" />
                                        </a:cubicBezTo><a:close /></a:path></a:pathLst></a:custGeom><a:solidFill><a:srgbClr val="1A1D24"><a:alpha val="50196"/></a:srgbClr></a:solidFill><a:ln></a:ln></p:spPr></p:sp><p:sp><p:nvSpPr><p:cNvPr id="38" name="Text 36"></p:cNvPr><p:cNvSpPr/><p:nvPr></p:nvPr></p:nvSpPr><p:spPr><a:xfrm><a:off x="6469494" y="3685478"/><a:ext cx="5184913" cy="198783"/></a:xfrm><a:prstGeom prst="rect"><a:avLst></a:avLst></a:prstGeom><a:noFill/><a:ln></a:ln></p:spPr><p:txBody><a:bodyPr wrap="square" lIns="0" tIns="0" rIns="0" bIns="0" rtlCol="0" anchor="ctr"></a:bodyPr><a:lstStyle/><a:p><a:pPr><a:lnSpc><a:spcPct val="130000"/></a:lnSpc></a:pPr><a:r><a:rPr lang="en-US" sz="1043" b="1" dirty="0"><a:solidFill><a:srgbClr val="5E8B7E"/></a:solidFill><a:latin typeface="Quattrocento Sans" pitchFamily="34" charset="0"/><a:ea typeface="Quattrocento Sans" pitchFamily="34" charset="-122"/><a:cs typeface="Quattrocento Sans" pitchFamily="34" charset="-120"/></a:rPr><a:t>AI tự động tạo implementation:</a:t></a:r><a:endParaRPr lang="en-US" sz="1600" dirty="0"/></a:p></p:txBody></p:sp><p:sp><p:nvSpPr><p:cNvPr id="39" name="Text 37"></p:cNvPr><p:cNvSpPr/><p:nvPr></p:nvPr></p:nvSpPr><p:spPr><a:xfrm><a:off x="6469494" y="3950489"/><a:ext cx="5176630" cy="165652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913" dirty="0"><a:solidFill><a:srgbClr val="8D99AE"/></a:solidFill><a:latin typeface="Quattrocento Sans" pitchFamily="34" charset="0"/><a:ea typeface="Quattrocento Sans" pitchFamily="34" charset="-122"/><a:cs typeface="Quattrocento Sans" pitchFamily="34" charset="-120"/></a:rPr><a:t>Gõ def hoặc Enter → Copilot hoàn thiện</a:t></a:r><a:endParaRPr lang="en-US" sz="1600" dirty="0"/></a:p></p:txBody></p:sp><p:sp><p:nvSpPr><p:cNvPr id="40" name="Shape 38"></p:cNvPr><p:cNvSpPr/><p:nvPr></p:nvPr></p:nvSpPr><p:spPr><a:xfrm><a:off x="6199878" y="4560473"/><a:ext cx="5657942" cy="2295203"/></a:xfrm><a:custGeom><a:avLst /><a:gdLst></a:gdLst><a:ahLst /><a:cxnLst></a:cxnLst><a:rect l="l" t="t" r="r" b="b" /><a:pathLst><a:path w="5657942" h="2295203"><a:moveTo><a:pt x="99382" y="0" /></a:moveTo><a:lnTo><a:pt x="5558560" y="0" /></a:lnTo><a:cubicBezTo>
                                        <a:pt x="5613447" y="0" />
                                        <a:pt x="5657942" y="44495" />
                                        <a:pt x="5657942" y="99382" />
                                        </a:cubicBezTo><a:lnTo><a:pt x="5657942" y="2195821" /></a:lnTo><a:cubicBezTo>
                                        <a:pt x="5657942" y="2250708" />
                                        <a:pt x="5613447" y="2295203" />
                                        <a:pt x="5558560" y="2295203" />
                                        </a:cubicBezTo><a:lnTo><a:pt x="99382" y="2295203" /></a:lnTo><a:cubicBezTo>
                                        <a:pt x="44495" y="2295203" />
                                        <a:pt x="0" y="2250708" />
                                        <a:pt x="0" y="2195821" />
                                        </a:cubicBezTo><a:lnTo><a:pt x="0" y="99382" /></a:lnTo><a:cubicBezTo>
                                        <a:pt x="0" y="44532" />
                                        <a:pt x="44532" y="0" />
                                        <a:pt x="99382" y="0" />
                                        </a:cubicBezTo><a:close /></a:path></a:pathLst></a:custGeom><a:solidFill><a:srgbClr val="4A5C6A"><a:alpha val="20000"/></a:srgbClr></a:solidFill><a:ln w="14111"><a:solidFill><a:srgbClr val="4A5C6A"><a:alpha val="50196"/></a:srgbClr></a:solidFill><a:prstDash val="solid"/></a:ln></p:spPr></p:sp><p:sp><p:nvSpPr><p:cNvPr id="41" name="Shape 39"></p:cNvPr><p:cNvSpPr/><p:nvPr></p:nvPr></p:nvSpPr><p:spPr><a:xfrm><a:off x="6390838" y="4763794"/><a:ext cx="165652" cy="165652"/></a:xfrm><a:custGeom><a:avLst /><a:gdLst></a:gdLst><a:ahLst /><a:cxnLst></a:cxnLst><a:rect l="l" t="t" r="r" b="b" /><a:pathLst><a:path w="165652" h="165652"><a:moveTo><a:pt x="75223" y="1682" /></a:moveTo><a:cubicBezTo>
                                        <a:pt x="80044" y="-550" />
                                        <a:pt x="85609" y="-550" />
                                        <a:pt x="90429" y="1682" />
                                        </a:cubicBezTo><a:lnTo><a:pt x="161155" y="34360" /></a:lnTo><a:cubicBezTo>
                                        <a:pt x="163905" y="35622" />
                                        <a:pt x="165652" y="38372" />
                                        <a:pt x="165652" y="41413" />
                                        </a:cubicBezTo><a:cubicBezTo>
                                        <a:pt x="165652" y="44454" />
                                        <a:pt x="163905" y="47204" />
                                        <a:pt x="161155" y="48466" />
                                        </a:cubicBezTo><a:lnTo><a:pt x="90429" y="81144" /></a:lnTo><a:cubicBezTo>
                                        <a:pt x="85609" y="83376" />
                                        <a:pt x="80044" y="83376" />
                                        <a:pt x="75223" y="81144" />
                                        </a:cubicBezTo><a:lnTo><a:pt x="4497" y="48466" /></a:lnTo><a:cubicBezTo>
                                        <a:pt x="1747" y="47172" />
                                        <a:pt x="0" y="44422" />
                                        <a:pt x="0" y="41413" />
                                        </a:cubicBezTo><a:cubicBezTo>
                                        <a:pt x="0" y="38404" />
                                        <a:pt x="1747" y="35622" />
                                        <a:pt x="4497" y="34360" />
                                        </a:cubicBezTo><a:lnTo><a:pt x="75223" y="1682" /></a:lnTo><a:close /><a:moveTo><a:pt x="15562" y="70661" /></a:moveTo><a:lnTo><a:pt x="68720" y="95218" /></a:lnTo><a:cubicBezTo>
                                        <a:pt x="77682" y="99359" />
                                        <a:pt x="88003" y="99359" />
                                        <a:pt x="96965" y="95218" />
                                        </a:cubicBezTo><a:lnTo><a:pt x="150122" y="70661" /></a:lnTo><a:lnTo><a:pt x="161155" y="75773" /></a:lnTo><a:cubicBezTo>
                                        <a:pt x="163905" y="77035" />
                                        <a:pt x="165652" y="79785" />
                                        <a:pt x="165652" y="82826" />
                                        </a:cubicBezTo><a:cubicBezTo>
                                        <a:pt x="165652" y="85867" />
                                        <a:pt x="163905" y="88617" />
                                        <a:pt x="161155" y="89879" />
                                        </a:cubicBezTo><a:lnTo><a:pt x="90429" y="122557" /></a:lnTo><a:cubicBezTo>
                                        <a:pt x="85609" y="124789" />
                                        <a:pt x="80044" y="124789" />
                                        <a:pt x="75223" y="122557" />
                                        </a:cubicBezTo><a:lnTo><a:pt x="4497" y="89879" /></a:lnTo><a:cubicBezTo>
                                        <a:pt x="1747" y="88585" />
                                        <a:pt x="0" y="85835" />
                                        <a:pt x="0" y="82826" />
                                        </a:cubicBezTo><a:cubicBezTo>
                                        <a:pt x="0" y="79817" />
                                        <a:pt x="1747" y="77035" />
                                        <a:pt x="4497" y="75773" />
                                        </a:cubicBezTo><a:lnTo><a:pt x="15530" y="70661" /></a:lnTo><a:close /><a:moveTo><a:pt x="4497" y="117186" /></a:moveTo><a:lnTo><a:pt x="15530" y="112074" /></a:lnTo><a:lnTo><a:pt x="68687" y="136631" /></a:lnTo><a:cubicBezTo>
                                        <a:pt x="77649" y="140772" />
                                        <a:pt x="87970" y="140772" />
                                        <a:pt x="96932" y="136631" />
                                        </a:cubicBezTo><a:lnTo><a:pt x="150090" y="112074" /></a:lnTo><a:lnTo><a:pt x="161123" y="117186" /></a:lnTo><a:cubicBezTo>
                                        <a:pt x="163873" y="118448" />
                                        <a:pt x="165620" y="121198" />
                                        <a:pt x="165620" y="124239" />
                                        </a:cubicBezTo><a:cubicBezTo>
                                        <a:pt x="165620" y="127280" />
                                        <a:pt x="163873" y="130030" />
                                        <a:pt x="161123" y="131292" />
                                        </a:cubicBezTo><a:lnTo><a:pt x="90397" y="163970" /></a:lnTo><a:cubicBezTo>
                                        <a:pt x="85576" y="166202" />
                                        <a:pt x="80011" y="166202" />
                                        <a:pt x="75191" y="163970" />
                                        </a:cubicBezTo><a:lnTo><a:pt x="4497" y="131292" /></a:lnTo><a:cubicBezTo>
                                        <a:pt x="1747" y="129998" />
                                        <a:pt x="0" y="127248" />
                                        <a:pt x="0" y="124239" />
                                        </a:cubicBezTo><a:cubicBezTo>
                                        <a:pt x="0" y="121230" />
                                        <a:pt x="1747" y="118448" />
                                        <a:pt x="4497" y="117186" />
                                        </a:cubicBezTo><a:close /></a:path></a:pathLst></a:custGeom><a:solidFill><a:srgbClr val="5E8B7E"/></a:solidFill><a:ln></a:ln></p:spPr></p:sp><p:sp><p:nvSpPr><p:cNvPr id="42" name="Text 40"></p:cNvPr><p:cNvSpPr/><p:nvPr></p:nvPr></p:nvSpPr><p:spPr><a:xfrm><a:off x="6676560" y="4730720"/><a:ext cx="1706217" cy="231913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1304" b="1" dirty="0"><a:solidFill><a:srgbClr val="EDF2F4"/></a:solidFill><a:latin typeface="Liter" pitchFamily="34" charset="0"/><a:ea typeface="Liter" pitchFamily="34" charset="-122"/><a:cs typeface="Liter" pitchFamily="34" charset="-120"/></a:rPr><a:t>Xếp chồng Decorators</a:t></a:r><a:endParaRPr lang="en-US" sz="1600" dirty="0"/></a:p></p:txBody></p:sp><p:sp><p:nvSpPr><p:cNvPr id="43" name="Shape 41"></p:cNvPr><p:cNvSpPr/><p:nvPr></p:nvPr></p:nvSpPr><p:spPr><a:xfrm><a:off x="6370131" y="5094961"/><a:ext cx="5317435" cy="1325217"/></a:xfrm><a:custGeom><a:avLst /><a:gdLst></a:gdLst><a:ahLst /><a:cxnLst></a:cxnLst><a:rect l="l" t="t" r="r" b="b" /><a:pathLst><a:path w="5317435" h="1325217"><a:moveTo><a:pt x="66261" y="0" /></a:moveTo><a:lnTo><a:pt x="5251174" y="0" /></a:lnTo><a:cubicBezTo>
                                        <a:pt x="5287769" y="0" />
                                        <a:pt x="5317435" y="29666" />
                                        <a:pt x="5317435" y="66261" />
                                        </a:cubicBezTo><a:lnTo><a:pt x="5317435" y="1258957" /></a:lnTo><a:cubicBezTo>
                                        <a:pt x="5317435" y="1295551" />
                                        <a:pt x="5287769" y="1325217" />
                                        <a:pt x="5251174" y="1325217" />
                                        </a:cubicBezTo><a:lnTo><a:pt x="66261" y="1325217" /></a:lnTo><a:cubicBezTo>
                                        <a:pt x="29666" y="1325217" />
                                        <a:pt x="0" y="1295551" />
                                        <a:pt x="0" y="1258957" />
                                        </a:cubicBezTo><a:lnTo><a:pt x="0" y="66261" /></a:lnTo><a:cubicBezTo>
                                        <a:pt x="0" y="29666" />
                                        <a:pt x="29666" y="0" />
                                        <a:pt x="66261" y="0" />
                                        </a:cubicBezTo><a:close /></a:path></a:pathLst></a:custGeom><a:solidFill><a:srgbClr val="1A1D24"><a:alpha val="50196"/></a:srgbClr></a:solidFill><a:ln></a:ln></p:spPr></p:sp><p:sp><p:nvSpPr><p:cNvPr id="44" name="Text 42"></p:cNvPr><p:cNvSpPr/><p:nvPr></p:nvPr></p:nvSpPr><p:spPr><a:xfrm><a:off x="6502567" y="5227394"/><a:ext cx="5110370" cy="165652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913" dirty="0"><a:solidFill><a:srgbClr val="8D99AE"/></a:solidFill><a:latin typeface="MiSans" pitchFamily="34" charset="0"/><a:ea typeface="MiSans" pitchFamily="34" charset="-122"/><a:cs typeface="MiSans" pitchFamily="34" charset="-120"/></a:rPr><a:t>@log_function_args</a:t></a:r><a:endParaRPr lang="en-US" sz="1600" dirty="0"/></a:p></p:txBody></p:sp><p:sp><p:nvSpPr><p:cNvPr id="45" name="Text 43"></p:cNvPr><p:cNvSpPr/><p:nvPr></p:nvPr></p:nvSpPr><p:spPr><a:xfrm><a:off x="6502567" y="5392900"/><a:ext cx="5110370" cy="165652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913" dirty="0"><a:solidFill><a:srgbClr val="8D99AE"/></a:solidFill><a:latin typeface="MiSans" pitchFamily="34" charset="0"/><a:ea typeface="MiSans" pitchFamily="34" charset="-122"/><a:cs typeface="MiSans" pitchFamily="34" charset="-120"/></a:rPr><a:t>@increment_counter</a:t></a:r><a:endParaRPr lang="en-US" sz="1600" dirty="0"/></a:p></p:txBody></p:sp><p:sp><p:nvSpPr><p:cNvPr id="46" name="Text 44"></p:cNvPr><p:cNvSpPr/><p:nvPr></p:nvPr></p:nvSpPr><p:spPr><a:xfrm><a:off x="6502567" y="5558407"/><a:ext cx="5110370" cy="165652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913" dirty="0"><a:solidFill><a:srgbClr val="8D99AE"/></a:solidFill><a:latin typeface="MiSans" pitchFamily="34" charset="0"/><a:ea typeface="MiSans" pitchFamily="34" charset="-122"/><a:cs typeface="MiSans" pitchFamily="34" charset="-120"/></a:rPr><a:t>@validate_args</a:t></a:r><a:endParaRPr lang="en-US" sz="1600" dirty="0"/></a:p></p:txBody></p:sp><p:sp><p:nvSpPr><p:cNvPr id="47" name="Text 45"></p:cNvPr><p:cNvSpPr/><p:nvPr></p:nvPr></p:nvSpPr><p:spPr><a:xfrm><a:off x="6502567" y="5723922"/><a:ext cx="5110370" cy="165652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913" dirty="0"><a:solidFill><a:srgbClr val="8D99AE"/></a:solidFill><a:latin typeface="MiSans" pitchFamily="34" charset="0"/><a:ea typeface="MiSans" pitchFamily="34" charset="-122"/><a:cs typeface="MiSans" pitchFamily="34" charset="-120"/></a:rPr><a:t>@cache_result</a:t></a:r><a:endParaRPr lang="en-US" sz="1600" dirty="0"/></a:p></p:txBody></p:sp><p:sp><p:nvSpPr><p:cNvPr id="48" name="Text 46"></p:cNvPr><p:cNvSpPr/><p:nvPr></p:nvPr></p:nvSpPr><p:spPr><a:xfrm><a:off x="6502567" y="5955576"/><a:ext cx="5110370" cy="165652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913" dirty="0"><a:solidFill><a:srgbClr val="EDF2F4"/></a:solidFill><a:latin typeface="MiSans" pitchFamily="34" charset="0"/><a:ea typeface="MiSans" pitchFamily="34" charset="-122"/><a:cs typeface="MiSans" pitchFamily="34" charset="-120"/></a:rPr><a:t>def core_function():</a:t></a:r><a:endParaRPr lang="en-US" sz="1600" dirty="0"/></a:p></p:txBody></p:sp><p:sp><p:nvSpPr><p:cNvPr id="49" name="Text 47"></p:cNvPr><p:cNvSpPr/><p:nvPr></p:nvPr></p:nvSpPr><p:spPr><a:xfrm><a:off x="6635002" y="6121082"/><a:ext cx="4977848" cy="165652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913" dirty="0"><a:solidFill><a:srgbClr val="8D99AE"/></a:solidFill><a:latin typeface="MiSans" pitchFamily="34" charset="0"/><a:ea typeface="MiSans" pitchFamily="34" charset="-122"/><a:cs typeface="MiSans" pitchFamily="34" charset="-120"/></a:rPr><a:t># Chỉ logic chính</a:t></a:r><a:endParaRPr lang="en-US" sz="1600" dirty="0"/></a:p></p:txBody></p:sp><p:sp><p:nvSpPr><p:cNvPr id="50" name="Text 48"></p:cNvPr><p:cNvSpPr/><p:nvPr></p:nvPr></p:nvSpPr><p:spPr><a:xfrm><a:off x="6370131" y="6518389"/><a:ext cx="5375413" cy="165652"/></a:xfrm><a:prstGeom prst="rect"><a:avLst></a:avLst></a:prstGeom><a:noFill/><a:ln></a:ln></p:spPr><p:txBody><a:bodyPr wrap="square" lIns="0" tIns="0" rIns="0" bIns="0" rtlCol="0" anchor="ctr"></a:bodyPr><a:lstStyle/><a:p><a:pPr><a:lnSpc><a:spcPct val="120000"/></a:lnSpc></a:pPr><a:r><a:rPr lang="en-US" sz="913" dirty="0"><a:solidFill><a:srgbClr val="8D99AE"/></a:solidFill><a:latin typeface="Quattrocento Sans" pitchFamily="34" charset="0"/><a:ea typeface="Quattrocento Sans" pitchFamily="34" charset="-122"/><a:cs typeface="Quattrocento Sans" pitchFamily="34" charset="-120"/></a:rPr><a:t>Mỗi decorator đảm nhận một nhiệm vụ riêng biệt</a:t></a:r><a:endParaRPr lang="en-US" sz="1600" dirty="0"/></a:p></p:txBody></p:sp></p:spTree></p:cSld><p:clrMapOvr><a:masterClrMapping/></p:clrMapOvr><p:transition><p:fade/><p:spd val="med"/></p:transition>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6878" y="376878"/>
            <a:ext cx="11513620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spc="59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4: PRODUCTION DEPLOYMENT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6878" y="678353"/>
            <a:ext cx="11607839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1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Few-Shot Learning và Fine-Tuning cho Style Guide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2112" y="1248904"/>
            <a:ext cx="3675606" cy="2874741"/>
          </a:xfrm>
          <a:custGeom>
            <a:avLst/>
            <a:gdLst/>
            <a:ahLst/>
            <a:cxnLst/>
            <a:rect l="l" t="t" r="r" b="b"/>
            <a:pathLst>
              <a:path w="3675606" h="2874741">
                <a:moveTo>
                  <a:pt x="113064" y="0"/>
                </a:moveTo>
                <a:lnTo>
                  <a:pt x="3562543" y="0"/>
                </a:lnTo>
                <a:cubicBezTo>
                  <a:pt x="3624986" y="0"/>
                  <a:pt x="3675606" y="50620"/>
                  <a:pt x="3675606" y="113064"/>
                </a:cubicBezTo>
                <a:lnTo>
                  <a:pt x="3675606" y="2761677"/>
                </a:lnTo>
                <a:cubicBezTo>
                  <a:pt x="3675606" y="2824121"/>
                  <a:pt x="3624986" y="2874741"/>
                  <a:pt x="3562543" y="2874741"/>
                </a:cubicBezTo>
                <a:lnTo>
                  <a:pt x="113064" y="2874741"/>
                </a:lnTo>
                <a:cubicBezTo>
                  <a:pt x="50620" y="2874741"/>
                  <a:pt x="0" y="2824121"/>
                  <a:pt x="0" y="2761677"/>
                </a:cubicBezTo>
                <a:lnTo>
                  <a:pt x="0" y="113064"/>
                </a:lnTo>
                <a:cubicBezTo>
                  <a:pt x="0" y="50662"/>
                  <a:pt x="50662" y="0"/>
                  <a:pt x="11306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9341" y="1480193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64003" y="146261"/>
                </a:moveTo>
                <a:cubicBezTo>
                  <a:pt x="64003" y="146997"/>
                  <a:pt x="63156" y="147586"/>
                  <a:pt x="62089" y="147586"/>
                </a:cubicBezTo>
                <a:cubicBezTo>
                  <a:pt x="60875" y="147696"/>
                  <a:pt x="60028" y="147108"/>
                  <a:pt x="60028" y="146261"/>
                </a:cubicBezTo>
                <a:cubicBezTo>
                  <a:pt x="60028" y="145525"/>
                  <a:pt x="60875" y="144936"/>
                  <a:pt x="61942" y="144936"/>
                </a:cubicBezTo>
                <a:cubicBezTo>
                  <a:pt x="63046" y="144826"/>
                  <a:pt x="64003" y="145415"/>
                  <a:pt x="64003" y="146261"/>
                </a:cubicBezTo>
                <a:close/>
                <a:moveTo>
                  <a:pt x="52557" y="144605"/>
                </a:moveTo>
                <a:cubicBezTo>
                  <a:pt x="52299" y="145341"/>
                  <a:pt x="53035" y="146187"/>
                  <a:pt x="54139" y="146408"/>
                </a:cubicBezTo>
                <a:cubicBezTo>
                  <a:pt x="55096" y="146776"/>
                  <a:pt x="56200" y="146408"/>
                  <a:pt x="56421" y="145672"/>
                </a:cubicBezTo>
                <a:cubicBezTo>
                  <a:pt x="56642" y="144936"/>
                  <a:pt x="55943" y="144090"/>
                  <a:pt x="54839" y="143758"/>
                </a:cubicBezTo>
                <a:cubicBezTo>
                  <a:pt x="53882" y="143501"/>
                  <a:pt x="52814" y="143869"/>
                  <a:pt x="52557" y="144605"/>
                </a:cubicBezTo>
                <a:close/>
                <a:moveTo>
                  <a:pt x="68824" y="143979"/>
                </a:moveTo>
                <a:cubicBezTo>
                  <a:pt x="67757" y="144237"/>
                  <a:pt x="67021" y="144936"/>
                  <a:pt x="67131" y="145783"/>
                </a:cubicBezTo>
                <a:cubicBezTo>
                  <a:pt x="67242" y="146519"/>
                  <a:pt x="68199" y="146997"/>
                  <a:pt x="69303" y="146739"/>
                </a:cubicBezTo>
                <a:cubicBezTo>
                  <a:pt x="70370" y="146482"/>
                  <a:pt x="71106" y="145783"/>
                  <a:pt x="70996" y="145046"/>
                </a:cubicBezTo>
                <a:cubicBezTo>
                  <a:pt x="70885" y="144347"/>
                  <a:pt x="69892" y="143869"/>
                  <a:pt x="68824" y="143979"/>
                </a:cubicBezTo>
                <a:close/>
                <a:moveTo>
                  <a:pt x="93042" y="2944"/>
                </a:moveTo>
                <a:cubicBezTo>
                  <a:pt x="41994" y="2944"/>
                  <a:pt x="2944" y="41699"/>
                  <a:pt x="2944" y="92747"/>
                </a:cubicBezTo>
                <a:cubicBezTo>
                  <a:pt x="2944" y="133563"/>
                  <a:pt x="28634" y="168491"/>
                  <a:pt x="65328" y="180784"/>
                </a:cubicBezTo>
                <a:cubicBezTo>
                  <a:pt x="70039" y="181630"/>
                  <a:pt x="71695" y="178723"/>
                  <a:pt x="71695" y="176330"/>
                </a:cubicBezTo>
                <a:cubicBezTo>
                  <a:pt x="71695" y="174048"/>
                  <a:pt x="71585" y="161461"/>
                  <a:pt x="71585" y="153732"/>
                </a:cubicBezTo>
                <a:cubicBezTo>
                  <a:pt x="71585" y="153732"/>
                  <a:pt x="45822" y="159253"/>
                  <a:pt x="40411" y="142765"/>
                </a:cubicBezTo>
                <a:cubicBezTo>
                  <a:pt x="40411" y="142765"/>
                  <a:pt x="36216" y="132054"/>
                  <a:pt x="30180" y="129294"/>
                </a:cubicBezTo>
                <a:cubicBezTo>
                  <a:pt x="30180" y="129294"/>
                  <a:pt x="21751" y="123516"/>
                  <a:pt x="30769" y="123626"/>
                </a:cubicBezTo>
                <a:cubicBezTo>
                  <a:pt x="30769" y="123626"/>
                  <a:pt x="39933" y="124362"/>
                  <a:pt x="44975" y="133122"/>
                </a:cubicBezTo>
                <a:cubicBezTo>
                  <a:pt x="53035" y="147328"/>
                  <a:pt x="66543" y="143243"/>
                  <a:pt x="71806" y="140814"/>
                </a:cubicBezTo>
                <a:cubicBezTo>
                  <a:pt x="72652" y="134925"/>
                  <a:pt x="75044" y="130840"/>
                  <a:pt x="77694" y="128411"/>
                </a:cubicBezTo>
                <a:cubicBezTo>
                  <a:pt x="57121" y="126129"/>
                  <a:pt x="36363" y="123148"/>
                  <a:pt x="36363" y="87742"/>
                </a:cubicBezTo>
                <a:cubicBezTo>
                  <a:pt x="36363" y="77621"/>
                  <a:pt x="39160" y="72542"/>
                  <a:pt x="45049" y="66064"/>
                </a:cubicBezTo>
                <a:cubicBezTo>
                  <a:pt x="44092" y="63672"/>
                  <a:pt x="40963" y="53808"/>
                  <a:pt x="46006" y="41074"/>
                </a:cubicBezTo>
                <a:cubicBezTo>
                  <a:pt x="53698" y="38682"/>
                  <a:pt x="71401" y="51011"/>
                  <a:pt x="71401" y="51011"/>
                </a:cubicBezTo>
                <a:cubicBezTo>
                  <a:pt x="78762" y="48950"/>
                  <a:pt x="86675" y="47883"/>
                  <a:pt x="94514" y="47883"/>
                </a:cubicBezTo>
                <a:cubicBezTo>
                  <a:pt x="102353" y="47883"/>
                  <a:pt x="110266" y="48950"/>
                  <a:pt x="117627" y="51011"/>
                </a:cubicBezTo>
                <a:cubicBezTo>
                  <a:pt x="117627" y="51011"/>
                  <a:pt x="135330" y="38645"/>
                  <a:pt x="143022" y="41074"/>
                </a:cubicBezTo>
                <a:cubicBezTo>
                  <a:pt x="148064" y="53845"/>
                  <a:pt x="144936" y="63672"/>
                  <a:pt x="143979" y="66064"/>
                </a:cubicBezTo>
                <a:cubicBezTo>
                  <a:pt x="149868" y="72578"/>
                  <a:pt x="153475" y="77657"/>
                  <a:pt x="153475" y="87742"/>
                </a:cubicBezTo>
                <a:cubicBezTo>
                  <a:pt x="153475" y="123258"/>
                  <a:pt x="131797" y="126092"/>
                  <a:pt x="111223" y="128411"/>
                </a:cubicBezTo>
                <a:cubicBezTo>
                  <a:pt x="114609" y="131318"/>
                  <a:pt x="117480" y="136839"/>
                  <a:pt x="117480" y="145488"/>
                </a:cubicBezTo>
                <a:cubicBezTo>
                  <a:pt x="117480" y="157891"/>
                  <a:pt x="117369" y="173239"/>
                  <a:pt x="117369" y="176257"/>
                </a:cubicBezTo>
                <a:cubicBezTo>
                  <a:pt x="117369" y="178649"/>
                  <a:pt x="119063" y="181557"/>
                  <a:pt x="123737" y="180710"/>
                </a:cubicBezTo>
                <a:cubicBezTo>
                  <a:pt x="160541" y="168491"/>
                  <a:pt x="185495" y="133563"/>
                  <a:pt x="185495" y="92747"/>
                </a:cubicBezTo>
                <a:cubicBezTo>
                  <a:pt x="185495" y="41699"/>
                  <a:pt x="144090" y="2944"/>
                  <a:pt x="93042" y="2944"/>
                </a:cubicBezTo>
                <a:close/>
                <a:moveTo>
                  <a:pt x="38718" y="129883"/>
                </a:moveTo>
                <a:cubicBezTo>
                  <a:pt x="38240" y="130251"/>
                  <a:pt x="38350" y="131098"/>
                  <a:pt x="38976" y="131797"/>
                </a:cubicBezTo>
                <a:cubicBezTo>
                  <a:pt x="39565" y="132386"/>
                  <a:pt x="40411" y="132643"/>
                  <a:pt x="40890" y="132165"/>
                </a:cubicBezTo>
                <a:cubicBezTo>
                  <a:pt x="41368" y="131797"/>
                  <a:pt x="41258" y="130950"/>
                  <a:pt x="40632" y="130251"/>
                </a:cubicBezTo>
                <a:cubicBezTo>
                  <a:pt x="40043" y="129662"/>
                  <a:pt x="39197" y="129405"/>
                  <a:pt x="38718" y="129883"/>
                </a:cubicBezTo>
                <a:close/>
                <a:moveTo>
                  <a:pt x="34743" y="126902"/>
                </a:moveTo>
                <a:cubicBezTo>
                  <a:pt x="34486" y="127380"/>
                  <a:pt x="34854" y="127969"/>
                  <a:pt x="35590" y="128337"/>
                </a:cubicBezTo>
                <a:cubicBezTo>
                  <a:pt x="36179" y="128705"/>
                  <a:pt x="36915" y="128595"/>
                  <a:pt x="37173" y="128080"/>
                </a:cubicBezTo>
                <a:cubicBezTo>
                  <a:pt x="37430" y="127601"/>
                  <a:pt x="37062" y="127012"/>
                  <a:pt x="36326" y="126644"/>
                </a:cubicBezTo>
                <a:cubicBezTo>
                  <a:pt x="35590" y="126423"/>
                  <a:pt x="35001" y="126534"/>
                  <a:pt x="34743" y="126902"/>
                </a:cubicBezTo>
                <a:close/>
                <a:moveTo>
                  <a:pt x="46668" y="140004"/>
                </a:moveTo>
                <a:cubicBezTo>
                  <a:pt x="46079" y="140483"/>
                  <a:pt x="46300" y="141587"/>
                  <a:pt x="47147" y="142286"/>
                </a:cubicBezTo>
                <a:cubicBezTo>
                  <a:pt x="47993" y="143133"/>
                  <a:pt x="49060" y="143243"/>
                  <a:pt x="49539" y="142654"/>
                </a:cubicBezTo>
                <a:cubicBezTo>
                  <a:pt x="50017" y="142176"/>
                  <a:pt x="49796" y="141072"/>
                  <a:pt x="49060" y="140372"/>
                </a:cubicBezTo>
                <a:cubicBezTo>
                  <a:pt x="48251" y="139526"/>
                  <a:pt x="47147" y="139415"/>
                  <a:pt x="46668" y="140004"/>
                </a:cubicBezTo>
                <a:close/>
                <a:moveTo>
                  <a:pt x="42472" y="134594"/>
                </a:moveTo>
                <a:cubicBezTo>
                  <a:pt x="41884" y="134962"/>
                  <a:pt x="41884" y="135919"/>
                  <a:pt x="42472" y="136765"/>
                </a:cubicBezTo>
                <a:cubicBezTo>
                  <a:pt x="43061" y="137612"/>
                  <a:pt x="44055" y="137980"/>
                  <a:pt x="44533" y="137612"/>
                </a:cubicBezTo>
                <a:cubicBezTo>
                  <a:pt x="45122" y="137134"/>
                  <a:pt x="45122" y="136177"/>
                  <a:pt x="44533" y="135330"/>
                </a:cubicBezTo>
                <a:cubicBezTo>
                  <a:pt x="44018" y="134484"/>
                  <a:pt x="43061" y="134116"/>
                  <a:pt x="42472" y="13459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Text 4"/>
          <p:cNvSpPr/>
          <p:nvPr/>
        </p:nvSpPr>
        <p:spPr>
          <a:xfrm>
            <a:off x="924365" y="1442570"/>
            <a:ext cx="1187165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Copilot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5786" y="1857071"/>
            <a:ext cx="3288260" cy="716068"/>
          </a:xfrm>
          <a:custGeom>
            <a:avLst/>
            <a:gdLst/>
            <a:ahLst/>
            <a:cxnLst/>
            <a:rect l="l" t="t" r="r" b="b"/>
            <a:pathLst>
              <a:path w="3288260" h="716068">
                <a:moveTo>
                  <a:pt x="75373" y="0"/>
                </a:moveTo>
                <a:lnTo>
                  <a:pt x="3212886" y="0"/>
                </a:lnTo>
                <a:cubicBezTo>
                  <a:pt x="3254514" y="0"/>
                  <a:pt x="3288260" y="33746"/>
                  <a:pt x="3288260" y="75373"/>
                </a:cubicBezTo>
                <a:lnTo>
                  <a:pt x="3288260" y="640695"/>
                </a:lnTo>
                <a:cubicBezTo>
                  <a:pt x="3288260" y="682322"/>
                  <a:pt x="3254514" y="716068"/>
                  <a:pt x="3212886" y="716068"/>
                </a:cubicBezTo>
                <a:lnTo>
                  <a:pt x="75373" y="716068"/>
                </a:lnTo>
                <a:cubicBezTo>
                  <a:pt x="33746" y="716068"/>
                  <a:pt x="0" y="682322"/>
                  <a:pt x="0" y="640695"/>
                </a:cubicBezTo>
                <a:lnTo>
                  <a:pt x="0" y="75373"/>
                </a:lnTo>
                <a:cubicBezTo>
                  <a:pt x="0" y="33774"/>
                  <a:pt x="33774" y="0"/>
                  <a:pt x="753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88816" y="1970107"/>
            <a:ext cx="3137509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Style Guide File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8816" y="2271573"/>
            <a:ext cx="3128087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Tạo style_guide_decorator.py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5786" y="2685908"/>
            <a:ext cx="3288260" cy="716068"/>
          </a:xfrm>
          <a:custGeom>
            <a:avLst/>
            <a:gdLst/>
            <a:ahLst/>
            <a:cxnLst/>
            <a:rect l="l" t="t" r="r" b="b"/>
            <a:pathLst>
              <a:path w="3288260" h="716068">
                <a:moveTo>
                  <a:pt x="75373" y="0"/>
                </a:moveTo>
                <a:lnTo>
                  <a:pt x="3212886" y="0"/>
                </a:lnTo>
                <a:cubicBezTo>
                  <a:pt x="3254514" y="0"/>
                  <a:pt x="3288260" y="33746"/>
                  <a:pt x="3288260" y="75373"/>
                </a:cubicBezTo>
                <a:lnTo>
                  <a:pt x="3288260" y="640695"/>
                </a:lnTo>
                <a:cubicBezTo>
                  <a:pt x="3288260" y="682322"/>
                  <a:pt x="3254514" y="716068"/>
                  <a:pt x="3212886" y="716068"/>
                </a:cubicBezTo>
                <a:lnTo>
                  <a:pt x="75373" y="716068"/>
                </a:lnTo>
                <a:cubicBezTo>
                  <a:pt x="33746" y="716068"/>
                  <a:pt x="0" y="682322"/>
                  <a:pt x="0" y="640695"/>
                </a:cubicBezTo>
                <a:lnTo>
                  <a:pt x="0" y="75373"/>
                </a:lnTo>
                <a:cubicBezTo>
                  <a:pt x="0" y="33774"/>
                  <a:pt x="33774" y="0"/>
                  <a:pt x="753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8816" y="2798944"/>
            <a:ext cx="3137509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Copy/Paste vào workspace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8816" y="3100410"/>
            <a:ext cx="3128087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Copilot đọc context và bắt chước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5786" y="3514745"/>
            <a:ext cx="3288260" cy="414566"/>
          </a:xfrm>
          <a:custGeom>
            <a:avLst/>
            <a:gdLst/>
            <a:ahLst/>
            <a:cxnLst/>
            <a:rect l="l" t="t" r="r" b="b"/>
            <a:pathLst>
              <a:path w="3288260" h="414566">
                <a:moveTo>
                  <a:pt x="75376" y="0"/>
                </a:moveTo>
                <a:lnTo>
                  <a:pt x="3212883" y="0"/>
                </a:lnTo>
                <a:cubicBezTo>
                  <a:pt x="3254513" y="0"/>
                  <a:pt x="3288260" y="33747"/>
                  <a:pt x="3288260" y="75376"/>
                </a:cubicBezTo>
                <a:lnTo>
                  <a:pt x="3288260" y="339189"/>
                </a:lnTo>
                <a:cubicBezTo>
                  <a:pt x="3288260" y="380819"/>
                  <a:pt x="3254513" y="414566"/>
                  <a:pt x="3212883" y="414566"/>
                </a:cubicBezTo>
                <a:lnTo>
                  <a:pt x="75376" y="414566"/>
                </a:lnTo>
                <a:cubicBezTo>
                  <a:pt x="33775" y="414566"/>
                  <a:pt x="0" y="380791"/>
                  <a:pt x="0" y="339189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88816" y="3627781"/>
            <a:ext cx="3128087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Ví dụ: @functools.wraps, extra={...}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2112" y="4321664"/>
            <a:ext cx="3675606" cy="2535551"/>
          </a:xfrm>
          <a:custGeom>
            <a:avLst/>
            <a:gdLst/>
            <a:ahLst/>
            <a:cxnLst/>
            <a:rect l="l" t="t" r="r" b="b"/>
            <a:pathLst>
              <a:path w="3675606" h="2535551">
                <a:moveTo>
                  <a:pt x="113060" y="0"/>
                </a:moveTo>
                <a:lnTo>
                  <a:pt x="3562546" y="0"/>
                </a:lnTo>
                <a:cubicBezTo>
                  <a:pt x="3624988" y="0"/>
                  <a:pt x="3675606" y="50619"/>
                  <a:pt x="3675606" y="113060"/>
                </a:cubicBezTo>
                <a:lnTo>
                  <a:pt x="3675606" y="2422491"/>
                </a:lnTo>
                <a:cubicBezTo>
                  <a:pt x="3675606" y="2484932"/>
                  <a:pt x="3624988" y="2535551"/>
                  <a:pt x="3562546" y="2535551"/>
                </a:cubicBezTo>
                <a:lnTo>
                  <a:pt x="113060" y="2535551"/>
                </a:lnTo>
                <a:cubicBezTo>
                  <a:pt x="50619" y="2535551"/>
                  <a:pt x="0" y="2484932"/>
                  <a:pt x="0" y="2422491"/>
                </a:cubicBezTo>
                <a:lnTo>
                  <a:pt x="0" y="113060"/>
                </a:lnTo>
                <a:cubicBezTo>
                  <a:pt x="0" y="50661"/>
                  <a:pt x="50661" y="0"/>
                  <a:pt x="11306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5786" y="4552963"/>
            <a:ext cx="235549" cy="188439"/>
          </a:xfrm>
          <a:custGeom>
            <a:avLst/>
            <a:gdLst/>
            <a:ahLst/>
            <a:cxnLst/>
            <a:rect l="l" t="t" r="r" b="b"/>
            <a:pathLst>
              <a:path w="235549" h="188439">
                <a:moveTo>
                  <a:pt x="129552" y="0"/>
                </a:moveTo>
                <a:cubicBezTo>
                  <a:pt x="129552" y="-6514"/>
                  <a:pt x="124289" y="-11777"/>
                  <a:pt x="117774" y="-11777"/>
                </a:cubicBezTo>
                <a:cubicBezTo>
                  <a:pt x="111260" y="-11777"/>
                  <a:pt x="105997" y="-6514"/>
                  <a:pt x="105997" y="0"/>
                </a:cubicBezTo>
                <a:lnTo>
                  <a:pt x="105997" y="23555"/>
                </a:lnTo>
                <a:lnTo>
                  <a:pt x="70665" y="23555"/>
                </a:lnTo>
                <a:cubicBezTo>
                  <a:pt x="51158" y="23555"/>
                  <a:pt x="35332" y="39381"/>
                  <a:pt x="35332" y="58887"/>
                </a:cubicBezTo>
                <a:lnTo>
                  <a:pt x="35332" y="141329"/>
                </a:lnTo>
                <a:cubicBezTo>
                  <a:pt x="35332" y="160836"/>
                  <a:pt x="51158" y="176662"/>
                  <a:pt x="70665" y="176662"/>
                </a:cubicBezTo>
                <a:lnTo>
                  <a:pt x="164884" y="176662"/>
                </a:lnTo>
                <a:cubicBezTo>
                  <a:pt x="184390" y="176662"/>
                  <a:pt x="200216" y="160836"/>
                  <a:pt x="200216" y="141329"/>
                </a:cubicBezTo>
                <a:lnTo>
                  <a:pt x="200216" y="58887"/>
                </a:lnTo>
                <a:cubicBezTo>
                  <a:pt x="200216" y="39381"/>
                  <a:pt x="184390" y="23555"/>
                  <a:pt x="164884" y="23555"/>
                </a:cubicBezTo>
                <a:lnTo>
                  <a:pt x="129552" y="23555"/>
                </a:lnTo>
                <a:lnTo>
                  <a:pt x="129552" y="0"/>
                </a:lnTo>
                <a:close/>
                <a:moveTo>
                  <a:pt x="58887" y="135440"/>
                </a:moveTo>
                <a:cubicBezTo>
                  <a:pt x="58887" y="130545"/>
                  <a:pt x="62825" y="126607"/>
                  <a:pt x="67720" y="126607"/>
                </a:cubicBezTo>
                <a:lnTo>
                  <a:pt x="79498" y="126607"/>
                </a:lnTo>
                <a:cubicBezTo>
                  <a:pt x="84393" y="126607"/>
                  <a:pt x="88331" y="130545"/>
                  <a:pt x="88331" y="135440"/>
                </a:cubicBezTo>
                <a:cubicBezTo>
                  <a:pt x="88331" y="140335"/>
                  <a:pt x="84393" y="144274"/>
                  <a:pt x="79498" y="144274"/>
                </a:cubicBezTo>
                <a:lnTo>
                  <a:pt x="67720" y="144274"/>
                </a:lnTo>
                <a:cubicBezTo>
                  <a:pt x="62825" y="144274"/>
                  <a:pt x="58887" y="140335"/>
                  <a:pt x="58887" y="135440"/>
                </a:cubicBezTo>
                <a:close/>
                <a:moveTo>
                  <a:pt x="103053" y="135440"/>
                </a:moveTo>
                <a:cubicBezTo>
                  <a:pt x="103053" y="130545"/>
                  <a:pt x="106991" y="126607"/>
                  <a:pt x="111886" y="126607"/>
                </a:cubicBezTo>
                <a:lnTo>
                  <a:pt x="123663" y="126607"/>
                </a:lnTo>
                <a:cubicBezTo>
                  <a:pt x="128558" y="126607"/>
                  <a:pt x="132496" y="130545"/>
                  <a:pt x="132496" y="135440"/>
                </a:cubicBezTo>
                <a:cubicBezTo>
                  <a:pt x="132496" y="140335"/>
                  <a:pt x="128558" y="144274"/>
                  <a:pt x="123663" y="144274"/>
                </a:cubicBezTo>
                <a:lnTo>
                  <a:pt x="111886" y="144274"/>
                </a:lnTo>
                <a:cubicBezTo>
                  <a:pt x="106991" y="144274"/>
                  <a:pt x="103053" y="140335"/>
                  <a:pt x="103053" y="135440"/>
                </a:cubicBezTo>
                <a:close/>
                <a:moveTo>
                  <a:pt x="147218" y="135440"/>
                </a:moveTo>
                <a:cubicBezTo>
                  <a:pt x="147218" y="130545"/>
                  <a:pt x="151156" y="126607"/>
                  <a:pt x="156051" y="126607"/>
                </a:cubicBezTo>
                <a:lnTo>
                  <a:pt x="167828" y="126607"/>
                </a:lnTo>
                <a:cubicBezTo>
                  <a:pt x="172723" y="126607"/>
                  <a:pt x="176662" y="130545"/>
                  <a:pt x="176662" y="135440"/>
                </a:cubicBezTo>
                <a:cubicBezTo>
                  <a:pt x="176662" y="140335"/>
                  <a:pt x="172723" y="144274"/>
                  <a:pt x="167828" y="144274"/>
                </a:cubicBezTo>
                <a:lnTo>
                  <a:pt x="156051" y="144274"/>
                </a:lnTo>
                <a:cubicBezTo>
                  <a:pt x="151156" y="144274"/>
                  <a:pt x="147218" y="140335"/>
                  <a:pt x="147218" y="135440"/>
                </a:cubicBezTo>
                <a:close/>
                <a:moveTo>
                  <a:pt x="82442" y="64776"/>
                </a:moveTo>
                <a:cubicBezTo>
                  <a:pt x="92192" y="64776"/>
                  <a:pt x="100108" y="72692"/>
                  <a:pt x="100108" y="82442"/>
                </a:cubicBezTo>
                <a:cubicBezTo>
                  <a:pt x="100108" y="92192"/>
                  <a:pt x="92192" y="100108"/>
                  <a:pt x="82442" y="100108"/>
                </a:cubicBezTo>
                <a:cubicBezTo>
                  <a:pt x="72692" y="100108"/>
                  <a:pt x="64776" y="92192"/>
                  <a:pt x="64776" y="82442"/>
                </a:cubicBezTo>
                <a:cubicBezTo>
                  <a:pt x="64776" y="72692"/>
                  <a:pt x="72692" y="64776"/>
                  <a:pt x="82442" y="64776"/>
                </a:cubicBezTo>
                <a:close/>
                <a:moveTo>
                  <a:pt x="135440" y="82442"/>
                </a:moveTo>
                <a:cubicBezTo>
                  <a:pt x="135440" y="72692"/>
                  <a:pt x="143356" y="64776"/>
                  <a:pt x="153107" y="64776"/>
                </a:cubicBezTo>
                <a:cubicBezTo>
                  <a:pt x="162857" y="64776"/>
                  <a:pt x="170773" y="72692"/>
                  <a:pt x="170773" y="82442"/>
                </a:cubicBezTo>
                <a:cubicBezTo>
                  <a:pt x="170773" y="92192"/>
                  <a:pt x="162857" y="100108"/>
                  <a:pt x="153107" y="100108"/>
                </a:cubicBezTo>
                <a:cubicBezTo>
                  <a:pt x="143356" y="100108"/>
                  <a:pt x="135440" y="92192"/>
                  <a:pt x="135440" y="82442"/>
                </a:cubicBezTo>
                <a:close/>
                <a:moveTo>
                  <a:pt x="23555" y="82442"/>
                </a:moveTo>
                <a:cubicBezTo>
                  <a:pt x="23555" y="75928"/>
                  <a:pt x="18292" y="70665"/>
                  <a:pt x="11777" y="70665"/>
                </a:cubicBezTo>
                <a:cubicBezTo>
                  <a:pt x="5263" y="70665"/>
                  <a:pt x="0" y="75928"/>
                  <a:pt x="0" y="82442"/>
                </a:cubicBezTo>
                <a:lnTo>
                  <a:pt x="0" y="117774"/>
                </a:lnTo>
                <a:cubicBezTo>
                  <a:pt x="0" y="124289"/>
                  <a:pt x="5263" y="129552"/>
                  <a:pt x="11777" y="129552"/>
                </a:cubicBezTo>
                <a:cubicBezTo>
                  <a:pt x="18292" y="129552"/>
                  <a:pt x="23555" y="124289"/>
                  <a:pt x="23555" y="117774"/>
                </a:cubicBezTo>
                <a:lnTo>
                  <a:pt x="23555" y="82442"/>
                </a:lnTo>
                <a:close/>
                <a:moveTo>
                  <a:pt x="223771" y="70665"/>
                </a:moveTo>
                <a:cubicBezTo>
                  <a:pt x="217257" y="70665"/>
                  <a:pt x="211994" y="75928"/>
                  <a:pt x="211994" y="82442"/>
                </a:cubicBezTo>
                <a:lnTo>
                  <a:pt x="211994" y="117774"/>
                </a:lnTo>
                <a:cubicBezTo>
                  <a:pt x="211994" y="124289"/>
                  <a:pt x="217257" y="129552"/>
                  <a:pt x="223771" y="129552"/>
                </a:cubicBezTo>
                <a:cubicBezTo>
                  <a:pt x="230286" y="129552"/>
                  <a:pt x="235549" y="124289"/>
                  <a:pt x="235549" y="117774"/>
                </a:cubicBezTo>
                <a:lnTo>
                  <a:pt x="235549" y="82442"/>
                </a:lnTo>
                <a:cubicBezTo>
                  <a:pt x="235549" y="75928"/>
                  <a:pt x="230286" y="70665"/>
                  <a:pt x="223771" y="7066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7" name="Text 15"/>
          <p:cNvSpPr/>
          <p:nvPr/>
        </p:nvSpPr>
        <p:spPr>
          <a:xfrm>
            <a:off x="924365" y="4515339"/>
            <a:ext cx="76317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ChatGPT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5786" y="4929841"/>
            <a:ext cx="3288260" cy="1432136"/>
          </a:xfrm>
          <a:custGeom>
            <a:avLst/>
            <a:gdLst/>
            <a:ahLst/>
            <a:cxnLst/>
            <a:rect l="l" t="t" r="r" b="b"/>
            <a:pathLst>
              <a:path w="3288260" h="1432136">
                <a:moveTo>
                  <a:pt x="75373" y="0"/>
                </a:moveTo>
                <a:lnTo>
                  <a:pt x="3212886" y="0"/>
                </a:lnTo>
                <a:cubicBezTo>
                  <a:pt x="3254514" y="0"/>
                  <a:pt x="3288260" y="33746"/>
                  <a:pt x="3288260" y="75373"/>
                </a:cubicBezTo>
                <a:lnTo>
                  <a:pt x="3288260" y="1356763"/>
                </a:lnTo>
                <a:cubicBezTo>
                  <a:pt x="3288260" y="1398390"/>
                  <a:pt x="3254514" y="1432136"/>
                  <a:pt x="3212886" y="1432136"/>
                </a:cubicBezTo>
                <a:lnTo>
                  <a:pt x="75373" y="1432136"/>
                </a:lnTo>
                <a:cubicBezTo>
                  <a:pt x="33746" y="1432136"/>
                  <a:pt x="0" y="1398390"/>
                  <a:pt x="0" y="1356763"/>
                </a:cubicBezTo>
                <a:lnTo>
                  <a:pt x="0" y="75373"/>
                </a:lnTo>
                <a:cubicBezTo>
                  <a:pt x="0" y="33774"/>
                  <a:pt x="33774" y="0"/>
                  <a:pt x="753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88816" y="5042867"/>
            <a:ext cx="3137509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Few-Shot Prompt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8816" y="5344342"/>
            <a:ext cx="3062133" cy="904507"/>
          </a:xfrm>
          <a:custGeom>
            <a:avLst/>
            <a:gdLst/>
            <a:ahLst/>
            <a:cxnLst/>
            <a:rect l="l" t="t" r="r" b="b"/>
            <a:pathLst>
              <a:path w="3062133" h="904507">
                <a:moveTo>
                  <a:pt x="37691" y="0"/>
                </a:moveTo>
                <a:lnTo>
                  <a:pt x="3024442" y="0"/>
                </a:lnTo>
                <a:cubicBezTo>
                  <a:pt x="3045258" y="0"/>
                  <a:pt x="3062133" y="16875"/>
                  <a:pt x="3062133" y="37691"/>
                </a:cubicBezTo>
                <a:lnTo>
                  <a:pt x="3062133" y="866816"/>
                </a:lnTo>
                <a:cubicBezTo>
                  <a:pt x="3062133" y="887632"/>
                  <a:pt x="3045258" y="904507"/>
                  <a:pt x="3024442" y="904507"/>
                </a:cubicBezTo>
                <a:lnTo>
                  <a:pt x="37691" y="904507"/>
                </a:lnTo>
                <a:cubicBezTo>
                  <a:pt x="16875" y="904507"/>
                  <a:pt x="0" y="887632"/>
                  <a:pt x="0" y="866816"/>
                </a:cubicBezTo>
                <a:lnTo>
                  <a:pt x="0" y="37691"/>
                </a:lnTo>
                <a:cubicBezTo>
                  <a:pt x="0" y="16889"/>
                  <a:pt x="16889" y="0"/>
                  <a:pt x="37691" y="0"/>
                </a:cubicBezTo>
                <a:close/>
              </a:path>
            </a:pathLst>
          </a:custGeom>
          <a:solidFill>
            <a:srgbClr val="1A1D24">
              <a:alpha val="7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88816" y="5344342"/>
            <a:ext cx="3118665" cy="904507"/>
          </a:xfrm>
          <a:prstGeom prst="rect">
            <a:avLst/>
          </a:prstGeom>
          <a:noFill/>
          <a:ln/>
        </p:spPr>
        <p:txBody>
          <a:bodyPr wrap="square" lIns="75376" tIns="75376" rIns="75376" bIns="75376" rtlCol="0" anchor="ctr"/>
          <a:lstStyle/>
          <a:p>
            <a:pPr>
              <a:lnSpc>
                <a:spcPct val="110000"/>
              </a:lnSpc>
            </a:pPr>
            <a:r>
              <a:rPr lang="en-US" sz="89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INCOMPLETE_CODE: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89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[Code chưa hoàn thiện]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89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COMPLETE_CODE: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89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[Code mẫu đúng chuẩn]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5786" y="6474157"/>
            <a:ext cx="335421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học từ mẫu và áp dụng style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58361" y="1248904"/>
            <a:ext cx="7557449" cy="2347112"/>
          </a:xfrm>
          <a:custGeom>
            <a:avLst/>
            <a:gdLst/>
            <a:ahLst/>
            <a:cxnLst/>
            <a:rect l="l" t="t" r="r" b="b"/>
            <a:pathLst>
              <a:path w="7557449" h="2347112">
                <a:moveTo>
                  <a:pt x="113060" y="0"/>
                </a:moveTo>
                <a:lnTo>
                  <a:pt x="7444388" y="0"/>
                </a:lnTo>
                <a:cubicBezTo>
                  <a:pt x="7506830" y="0"/>
                  <a:pt x="7557449" y="50619"/>
                  <a:pt x="7557449" y="113060"/>
                </a:cubicBezTo>
                <a:lnTo>
                  <a:pt x="7557449" y="2234051"/>
                </a:lnTo>
                <a:cubicBezTo>
                  <a:pt x="7557449" y="2296493"/>
                  <a:pt x="7506830" y="2347112"/>
                  <a:pt x="7444388" y="2347112"/>
                </a:cubicBezTo>
                <a:lnTo>
                  <a:pt x="113060" y="2347112"/>
                </a:lnTo>
                <a:cubicBezTo>
                  <a:pt x="50619" y="2347112"/>
                  <a:pt x="0" y="2296493"/>
                  <a:pt x="0" y="2234051"/>
                </a:cubicBezTo>
                <a:lnTo>
                  <a:pt x="0" y="113060"/>
                </a:lnTo>
                <a:cubicBezTo>
                  <a:pt x="0" y="50661"/>
                  <a:pt x="50661" y="0"/>
                  <a:pt x="113060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4111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75589" y="1480193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44165" y="20611"/>
                </a:moveTo>
                <a:cubicBezTo>
                  <a:pt x="44165" y="9238"/>
                  <a:pt x="53403" y="0"/>
                  <a:pt x="64776" y="0"/>
                </a:cubicBezTo>
                <a:lnTo>
                  <a:pt x="73609" y="0"/>
                </a:lnTo>
                <a:cubicBezTo>
                  <a:pt x="80123" y="0"/>
                  <a:pt x="85386" y="5263"/>
                  <a:pt x="85386" y="11777"/>
                </a:cubicBezTo>
                <a:lnTo>
                  <a:pt x="85386" y="176662"/>
                </a:lnTo>
                <a:cubicBezTo>
                  <a:pt x="85386" y="183176"/>
                  <a:pt x="80123" y="188439"/>
                  <a:pt x="73609" y="188439"/>
                </a:cubicBezTo>
                <a:lnTo>
                  <a:pt x="61832" y="188439"/>
                </a:lnTo>
                <a:cubicBezTo>
                  <a:pt x="50864" y="188439"/>
                  <a:pt x="41626" y="180931"/>
                  <a:pt x="39013" y="170773"/>
                </a:cubicBezTo>
                <a:cubicBezTo>
                  <a:pt x="38755" y="170773"/>
                  <a:pt x="38534" y="170773"/>
                  <a:pt x="38277" y="170773"/>
                </a:cubicBezTo>
                <a:cubicBezTo>
                  <a:pt x="22009" y="170773"/>
                  <a:pt x="8833" y="157597"/>
                  <a:pt x="8833" y="141329"/>
                </a:cubicBezTo>
                <a:cubicBezTo>
                  <a:pt x="8833" y="134704"/>
                  <a:pt x="11041" y="128595"/>
                  <a:pt x="14722" y="123663"/>
                </a:cubicBezTo>
                <a:cubicBezTo>
                  <a:pt x="7582" y="118290"/>
                  <a:pt x="2944" y="109751"/>
                  <a:pt x="2944" y="100108"/>
                </a:cubicBezTo>
                <a:cubicBezTo>
                  <a:pt x="2944" y="88736"/>
                  <a:pt x="9422" y="78835"/>
                  <a:pt x="18844" y="73940"/>
                </a:cubicBezTo>
                <a:cubicBezTo>
                  <a:pt x="16231" y="69524"/>
                  <a:pt x="14722" y="64371"/>
                  <a:pt x="14722" y="58887"/>
                </a:cubicBezTo>
                <a:cubicBezTo>
                  <a:pt x="14722" y="42620"/>
                  <a:pt x="27898" y="29444"/>
                  <a:pt x="44165" y="29444"/>
                </a:cubicBezTo>
                <a:lnTo>
                  <a:pt x="44165" y="20611"/>
                </a:lnTo>
                <a:close/>
                <a:moveTo>
                  <a:pt x="144274" y="20611"/>
                </a:moveTo>
                <a:lnTo>
                  <a:pt x="144274" y="29444"/>
                </a:lnTo>
                <a:cubicBezTo>
                  <a:pt x="160541" y="29444"/>
                  <a:pt x="173717" y="42620"/>
                  <a:pt x="173717" y="58887"/>
                </a:cubicBezTo>
                <a:cubicBezTo>
                  <a:pt x="173717" y="64408"/>
                  <a:pt x="172208" y="69560"/>
                  <a:pt x="169595" y="73940"/>
                </a:cubicBezTo>
                <a:cubicBezTo>
                  <a:pt x="179054" y="78835"/>
                  <a:pt x="185495" y="88699"/>
                  <a:pt x="185495" y="100108"/>
                </a:cubicBezTo>
                <a:cubicBezTo>
                  <a:pt x="185495" y="109751"/>
                  <a:pt x="180857" y="118290"/>
                  <a:pt x="173717" y="123663"/>
                </a:cubicBezTo>
                <a:cubicBezTo>
                  <a:pt x="177398" y="128595"/>
                  <a:pt x="179606" y="134704"/>
                  <a:pt x="179606" y="141329"/>
                </a:cubicBezTo>
                <a:cubicBezTo>
                  <a:pt x="179606" y="157597"/>
                  <a:pt x="166430" y="170773"/>
                  <a:pt x="150162" y="170773"/>
                </a:cubicBezTo>
                <a:cubicBezTo>
                  <a:pt x="149905" y="170773"/>
                  <a:pt x="149684" y="170773"/>
                  <a:pt x="149426" y="170773"/>
                </a:cubicBezTo>
                <a:cubicBezTo>
                  <a:pt x="146813" y="180931"/>
                  <a:pt x="137575" y="188439"/>
                  <a:pt x="126607" y="188439"/>
                </a:cubicBezTo>
                <a:lnTo>
                  <a:pt x="114830" y="188439"/>
                </a:lnTo>
                <a:cubicBezTo>
                  <a:pt x="108316" y="188439"/>
                  <a:pt x="103053" y="183176"/>
                  <a:pt x="103053" y="176662"/>
                </a:cubicBezTo>
                <a:lnTo>
                  <a:pt x="103053" y="11777"/>
                </a:lnTo>
                <a:cubicBezTo>
                  <a:pt x="103053" y="5263"/>
                  <a:pt x="108316" y="0"/>
                  <a:pt x="114830" y="0"/>
                </a:cubicBezTo>
                <a:lnTo>
                  <a:pt x="123663" y="0"/>
                </a:lnTo>
                <a:cubicBezTo>
                  <a:pt x="135036" y="0"/>
                  <a:pt x="144274" y="9238"/>
                  <a:pt x="144274" y="2061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13" y="1442570"/>
            <a:ext cx="2091672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OpenAI API Fine-Tuning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52034" y="1856906"/>
            <a:ext cx="3504964" cy="716068"/>
          </a:xfrm>
          <a:custGeom>
            <a:avLst/>
            <a:gdLst/>
            <a:ahLst/>
            <a:cxnLst/>
            <a:rect l="l" t="t" r="r" b="b"/>
            <a:pathLst>
              <a:path w="3504964" h="716068">
                <a:moveTo>
                  <a:pt x="75373" y="0"/>
                </a:moveTo>
                <a:lnTo>
                  <a:pt x="3429591" y="0"/>
                </a:lnTo>
                <a:cubicBezTo>
                  <a:pt x="3471219" y="0"/>
                  <a:pt x="3504964" y="33746"/>
                  <a:pt x="3504964" y="75373"/>
                </a:cubicBezTo>
                <a:lnTo>
                  <a:pt x="3504964" y="640695"/>
                </a:lnTo>
                <a:cubicBezTo>
                  <a:pt x="3504964" y="682322"/>
                  <a:pt x="3471219" y="716068"/>
                  <a:pt x="3429591" y="716068"/>
                </a:cubicBezTo>
                <a:lnTo>
                  <a:pt x="75373" y="716068"/>
                </a:lnTo>
                <a:cubicBezTo>
                  <a:pt x="33746" y="716068"/>
                  <a:pt x="0" y="682322"/>
                  <a:pt x="0" y="640695"/>
                </a:cubicBezTo>
                <a:lnTo>
                  <a:pt x="0" y="75373"/>
                </a:lnTo>
                <a:cubicBezTo>
                  <a:pt x="0" y="33774"/>
                  <a:pt x="33774" y="0"/>
                  <a:pt x="753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65065" y="1969942"/>
            <a:ext cx="3354213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.jsonl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65065" y="2271407"/>
            <a:ext cx="3344791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Định dạng training data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52034" y="2685743"/>
            <a:ext cx="3504964" cy="716068"/>
          </a:xfrm>
          <a:custGeom>
            <a:avLst/>
            <a:gdLst/>
            <a:ahLst/>
            <a:cxnLst/>
            <a:rect l="l" t="t" r="r" b="b"/>
            <a:pathLst>
              <a:path w="3504964" h="716068">
                <a:moveTo>
                  <a:pt x="75373" y="0"/>
                </a:moveTo>
                <a:lnTo>
                  <a:pt x="3429591" y="0"/>
                </a:lnTo>
                <a:cubicBezTo>
                  <a:pt x="3471219" y="0"/>
                  <a:pt x="3504964" y="33746"/>
                  <a:pt x="3504964" y="75373"/>
                </a:cubicBezTo>
                <a:lnTo>
                  <a:pt x="3504964" y="640695"/>
                </a:lnTo>
                <a:cubicBezTo>
                  <a:pt x="3504964" y="682322"/>
                  <a:pt x="3471219" y="716068"/>
                  <a:pt x="3429591" y="716068"/>
                </a:cubicBezTo>
                <a:lnTo>
                  <a:pt x="75373" y="716068"/>
                </a:lnTo>
                <a:cubicBezTo>
                  <a:pt x="33746" y="716068"/>
                  <a:pt x="0" y="682322"/>
                  <a:pt x="0" y="640695"/>
                </a:cubicBezTo>
                <a:lnTo>
                  <a:pt x="0" y="75373"/>
                </a:lnTo>
                <a:cubicBezTo>
                  <a:pt x="0" y="33774"/>
                  <a:pt x="33774" y="0"/>
                  <a:pt x="753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565065" y="2798778"/>
            <a:ext cx="3354213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Huấn luyện model riêng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65065" y="3100244"/>
            <a:ext cx="3344791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Trên hệ thống OpenAI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10400" y="1856906"/>
            <a:ext cx="3504964" cy="716068"/>
          </a:xfrm>
          <a:custGeom>
            <a:avLst/>
            <a:gdLst/>
            <a:ahLst/>
            <a:cxnLst/>
            <a:rect l="l" t="t" r="r" b="b"/>
            <a:pathLst>
              <a:path w="3504964" h="716068">
                <a:moveTo>
                  <a:pt x="75373" y="0"/>
                </a:moveTo>
                <a:lnTo>
                  <a:pt x="3429591" y="0"/>
                </a:lnTo>
                <a:cubicBezTo>
                  <a:pt x="3471219" y="0"/>
                  <a:pt x="3504964" y="33746"/>
                  <a:pt x="3504964" y="75373"/>
                </a:cubicBezTo>
                <a:lnTo>
                  <a:pt x="3504964" y="640695"/>
                </a:lnTo>
                <a:cubicBezTo>
                  <a:pt x="3504964" y="682322"/>
                  <a:pt x="3471219" y="716068"/>
                  <a:pt x="3429591" y="716068"/>
                </a:cubicBezTo>
                <a:lnTo>
                  <a:pt x="75373" y="716068"/>
                </a:lnTo>
                <a:cubicBezTo>
                  <a:pt x="33746" y="716068"/>
                  <a:pt x="0" y="682322"/>
                  <a:pt x="0" y="640695"/>
                </a:cubicBezTo>
                <a:lnTo>
                  <a:pt x="0" y="75373"/>
                </a:lnTo>
                <a:cubicBezTo>
                  <a:pt x="0" y="33774"/>
                  <a:pt x="33774" y="0"/>
                  <a:pt x="753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223430" y="1969942"/>
            <a:ext cx="3354213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Phù hợp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23430" y="2271407"/>
            <a:ext cx="3344791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Dự án quy mô lớn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10400" y="2685743"/>
            <a:ext cx="3504964" cy="716068"/>
          </a:xfrm>
          <a:custGeom>
            <a:avLst/>
            <a:gdLst/>
            <a:ahLst/>
            <a:cxnLst/>
            <a:rect l="l" t="t" r="r" b="b"/>
            <a:pathLst>
              <a:path w="3504964" h="716068">
                <a:moveTo>
                  <a:pt x="75373" y="0"/>
                </a:moveTo>
                <a:lnTo>
                  <a:pt x="3429591" y="0"/>
                </a:lnTo>
                <a:cubicBezTo>
                  <a:pt x="3471219" y="0"/>
                  <a:pt x="3504964" y="33746"/>
                  <a:pt x="3504964" y="75373"/>
                </a:cubicBezTo>
                <a:lnTo>
                  <a:pt x="3504964" y="640695"/>
                </a:lnTo>
                <a:cubicBezTo>
                  <a:pt x="3504964" y="682322"/>
                  <a:pt x="3471219" y="716068"/>
                  <a:pt x="3429591" y="716068"/>
                </a:cubicBezTo>
                <a:lnTo>
                  <a:pt x="75373" y="716068"/>
                </a:lnTo>
                <a:cubicBezTo>
                  <a:pt x="33746" y="716068"/>
                  <a:pt x="0" y="682322"/>
                  <a:pt x="0" y="640695"/>
                </a:cubicBezTo>
                <a:lnTo>
                  <a:pt x="0" y="75373"/>
                </a:lnTo>
                <a:cubicBezTo>
                  <a:pt x="0" y="33774"/>
                  <a:pt x="33774" y="0"/>
                  <a:pt x="753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223430" y="2798778"/>
            <a:ext cx="3354213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Ứng dụng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23430" y="3100244"/>
            <a:ext cx="3344791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Quét toàn bộ hệ thống, thêm log hàng loạt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58361" y="3794136"/>
            <a:ext cx="7557449" cy="3063180"/>
          </a:xfrm>
          <a:custGeom>
            <a:avLst/>
            <a:gdLst/>
            <a:ahLst/>
            <a:cxnLst/>
            <a:rect l="l" t="t" r="r" b="b"/>
            <a:pathLst>
              <a:path w="7557449" h="3063180">
                <a:moveTo>
                  <a:pt x="113062" y="0"/>
                </a:moveTo>
                <a:lnTo>
                  <a:pt x="7444387" y="0"/>
                </a:lnTo>
                <a:cubicBezTo>
                  <a:pt x="7506829" y="0"/>
                  <a:pt x="7557449" y="50620"/>
                  <a:pt x="7557449" y="113062"/>
                </a:cubicBezTo>
                <a:lnTo>
                  <a:pt x="7557449" y="2950118"/>
                </a:lnTo>
                <a:cubicBezTo>
                  <a:pt x="7557449" y="3012560"/>
                  <a:pt x="7506829" y="3063180"/>
                  <a:pt x="7444387" y="3063180"/>
                </a:cubicBezTo>
                <a:lnTo>
                  <a:pt x="113062" y="3063180"/>
                </a:lnTo>
                <a:cubicBezTo>
                  <a:pt x="50620" y="3063180"/>
                  <a:pt x="0" y="3012560"/>
                  <a:pt x="0" y="2950118"/>
                </a:cubicBezTo>
                <a:lnTo>
                  <a:pt x="0" y="113062"/>
                </a:lnTo>
                <a:cubicBezTo>
                  <a:pt x="0" y="50661"/>
                  <a:pt x="50661" y="0"/>
                  <a:pt x="11306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52034" y="4025426"/>
            <a:ext cx="235549" cy="188439"/>
          </a:xfrm>
          <a:custGeom>
            <a:avLst/>
            <a:gdLst/>
            <a:ahLst/>
            <a:cxnLst/>
            <a:rect l="l" t="t" r="r" b="b"/>
            <a:pathLst>
              <a:path w="235549" h="188439">
                <a:moveTo>
                  <a:pt x="141329" y="11777"/>
                </a:moveTo>
                <a:lnTo>
                  <a:pt x="188439" y="11777"/>
                </a:lnTo>
                <a:cubicBezTo>
                  <a:pt x="194953" y="11777"/>
                  <a:pt x="200216" y="17040"/>
                  <a:pt x="200216" y="23555"/>
                </a:cubicBezTo>
                <a:cubicBezTo>
                  <a:pt x="200216" y="30069"/>
                  <a:pt x="194953" y="35332"/>
                  <a:pt x="188439" y="35332"/>
                </a:cubicBezTo>
                <a:lnTo>
                  <a:pt x="146629" y="35332"/>
                </a:lnTo>
                <a:cubicBezTo>
                  <a:pt x="144715" y="44828"/>
                  <a:pt x="138201" y="52667"/>
                  <a:pt x="129552" y="56421"/>
                </a:cubicBezTo>
                <a:lnTo>
                  <a:pt x="129552" y="164884"/>
                </a:lnTo>
                <a:lnTo>
                  <a:pt x="188439" y="164884"/>
                </a:lnTo>
                <a:cubicBezTo>
                  <a:pt x="194953" y="164884"/>
                  <a:pt x="200216" y="170147"/>
                  <a:pt x="200216" y="176662"/>
                </a:cubicBezTo>
                <a:cubicBezTo>
                  <a:pt x="200216" y="183176"/>
                  <a:pt x="194953" y="188439"/>
                  <a:pt x="188439" y="188439"/>
                </a:cubicBezTo>
                <a:lnTo>
                  <a:pt x="47110" y="188439"/>
                </a:lnTo>
                <a:cubicBezTo>
                  <a:pt x="40595" y="188439"/>
                  <a:pt x="35332" y="183176"/>
                  <a:pt x="35332" y="176662"/>
                </a:cubicBezTo>
                <a:cubicBezTo>
                  <a:pt x="35332" y="170147"/>
                  <a:pt x="40595" y="164884"/>
                  <a:pt x="47110" y="164884"/>
                </a:cubicBezTo>
                <a:lnTo>
                  <a:pt x="105997" y="164884"/>
                </a:lnTo>
                <a:lnTo>
                  <a:pt x="105997" y="56421"/>
                </a:lnTo>
                <a:cubicBezTo>
                  <a:pt x="97348" y="52630"/>
                  <a:pt x="90833" y="44791"/>
                  <a:pt x="88920" y="35332"/>
                </a:cubicBezTo>
                <a:lnTo>
                  <a:pt x="47110" y="35332"/>
                </a:lnTo>
                <a:cubicBezTo>
                  <a:pt x="40595" y="35332"/>
                  <a:pt x="35332" y="30069"/>
                  <a:pt x="35332" y="23555"/>
                </a:cubicBezTo>
                <a:cubicBezTo>
                  <a:pt x="35332" y="17040"/>
                  <a:pt x="40595" y="11777"/>
                  <a:pt x="47110" y="11777"/>
                </a:cubicBezTo>
                <a:lnTo>
                  <a:pt x="94219" y="11777"/>
                </a:lnTo>
                <a:cubicBezTo>
                  <a:pt x="99593" y="4637"/>
                  <a:pt x="108132" y="0"/>
                  <a:pt x="117774" y="0"/>
                </a:cubicBezTo>
                <a:cubicBezTo>
                  <a:pt x="127417" y="0"/>
                  <a:pt x="135956" y="4637"/>
                  <a:pt x="141329" y="11777"/>
                </a:cubicBezTo>
                <a:close/>
                <a:moveTo>
                  <a:pt x="161793" y="117774"/>
                </a:moveTo>
                <a:lnTo>
                  <a:pt x="215085" y="117774"/>
                </a:lnTo>
                <a:lnTo>
                  <a:pt x="188439" y="72063"/>
                </a:lnTo>
                <a:lnTo>
                  <a:pt x="161793" y="117774"/>
                </a:lnTo>
                <a:close/>
                <a:moveTo>
                  <a:pt x="188439" y="153107"/>
                </a:moveTo>
                <a:cubicBezTo>
                  <a:pt x="165289" y="153107"/>
                  <a:pt x="146040" y="140593"/>
                  <a:pt x="142065" y="124068"/>
                </a:cubicBezTo>
                <a:cubicBezTo>
                  <a:pt x="141108" y="120019"/>
                  <a:pt x="142433" y="115861"/>
                  <a:pt x="144531" y="112254"/>
                </a:cubicBezTo>
                <a:lnTo>
                  <a:pt x="179569" y="52189"/>
                </a:lnTo>
                <a:cubicBezTo>
                  <a:pt x="181409" y="49024"/>
                  <a:pt x="184795" y="47110"/>
                  <a:pt x="188439" y="47110"/>
                </a:cubicBezTo>
                <a:cubicBezTo>
                  <a:pt x="192083" y="47110"/>
                  <a:pt x="195469" y="49060"/>
                  <a:pt x="197309" y="52189"/>
                </a:cubicBezTo>
                <a:lnTo>
                  <a:pt x="232347" y="112254"/>
                </a:lnTo>
                <a:cubicBezTo>
                  <a:pt x="234445" y="115861"/>
                  <a:pt x="235770" y="120019"/>
                  <a:pt x="234813" y="124068"/>
                </a:cubicBezTo>
                <a:cubicBezTo>
                  <a:pt x="230838" y="140556"/>
                  <a:pt x="211589" y="153107"/>
                  <a:pt x="188439" y="153107"/>
                </a:cubicBezTo>
                <a:close/>
                <a:moveTo>
                  <a:pt x="46668" y="72063"/>
                </a:moveTo>
                <a:lnTo>
                  <a:pt x="20022" y="117774"/>
                </a:lnTo>
                <a:lnTo>
                  <a:pt x="73351" y="117774"/>
                </a:lnTo>
                <a:lnTo>
                  <a:pt x="46668" y="72063"/>
                </a:lnTo>
                <a:close/>
                <a:moveTo>
                  <a:pt x="331" y="124068"/>
                </a:moveTo>
                <a:cubicBezTo>
                  <a:pt x="-626" y="120019"/>
                  <a:pt x="699" y="115861"/>
                  <a:pt x="2797" y="112254"/>
                </a:cubicBezTo>
                <a:lnTo>
                  <a:pt x="37835" y="52189"/>
                </a:lnTo>
                <a:cubicBezTo>
                  <a:pt x="39675" y="49024"/>
                  <a:pt x="43061" y="47110"/>
                  <a:pt x="46705" y="47110"/>
                </a:cubicBezTo>
                <a:cubicBezTo>
                  <a:pt x="50349" y="47110"/>
                  <a:pt x="53735" y="49060"/>
                  <a:pt x="55575" y="52189"/>
                </a:cubicBezTo>
                <a:lnTo>
                  <a:pt x="90613" y="112254"/>
                </a:lnTo>
                <a:cubicBezTo>
                  <a:pt x="92710" y="115861"/>
                  <a:pt x="94035" y="120019"/>
                  <a:pt x="93079" y="124068"/>
                </a:cubicBezTo>
                <a:cubicBezTo>
                  <a:pt x="89104" y="140556"/>
                  <a:pt x="69855" y="153107"/>
                  <a:pt x="46705" y="153107"/>
                </a:cubicBezTo>
                <a:cubicBezTo>
                  <a:pt x="23555" y="153107"/>
                  <a:pt x="4306" y="140593"/>
                  <a:pt x="331" y="12406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13" y="3987812"/>
            <a:ext cx="2270689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 sánh các phương pháp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52034" y="4402147"/>
          <a:ext cx="7170102" cy="1658263"/>
        </p:xfrm>
        <a:graphic>
          <a:graphicData uri="http://schemas.openxmlformats.org/drawingml/2006/table">
            <a:tbl>
              <a:tblPr/>
              <a:tblGrid>
                <a:gridCol w="2496816"/>
                <a:gridCol w="1130634"/>
                <a:gridCol w="1516934"/>
                <a:gridCol w="2025719"/>
              </a:tblGrid>
              <a:tr h="414566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Phương pháp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063" marR="113063" marT="113063" marB="113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E8B7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Chi phí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063" marR="113063" marT="113063" marB="113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E8B7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ThờI gian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063" marR="113063" marT="113063" marB="113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E8B7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Phù hợp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063" marR="113063" marT="113063" marB="113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E8B7E">
                        <a:alpha val="20000"/>
                      </a:srgbClr>
                    </a:solidFill>
                  </a:tcPr>
                </a:tc>
              </a:tr>
              <a:tr h="41456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Copilot Style Guide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063" marR="113063" marT="113063" marB="113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D2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Thấp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063" marR="113063" marT="113063" marB="113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D2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Nhanh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063" marR="113063" marT="113063" marB="113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D2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Dự án nhỏ-vừa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063" marR="113063" marT="113063" marB="113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D24">
                        <a:alpha val="50000"/>
                      </a:srgbClr>
                    </a:solidFill>
                  </a:tcPr>
                </a:tc>
              </a:tr>
              <a:tr h="41456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ChatGPT Few-Shot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063" marR="113063" marT="113063" marB="113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D24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Thấp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063" marR="113063" marT="113063" marB="113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D24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Trung bình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063" marR="113063" marT="113063" marB="113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D24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Dự án vừa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063" marR="113063" marT="113063" marB="113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D24">
                        <a:alpha val="30000"/>
                      </a:srgbClr>
                    </a:solidFill>
                  </a:tcPr>
                </a:tc>
              </a:tr>
              <a:tr h="41456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OpenAI Fine-Tuning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063" marR="113063" marT="113063" marB="113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D2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063" marR="113063" marT="113063" marB="113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D2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Lâu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063" marR="113063" marT="113063" marB="113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D2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Dự án lớn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063" marR="113063" marT="113063" marB="113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D24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7d5a0447721a38f7f8f0fc5115313025d23899a5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5556" r="555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212456"/>
            <a:ext cx="2050752" cy="1640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5E8B7E">
                    <a:alpha val="3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871890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Kiến trúc và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Tương lai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4529165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Sự phát triển của GenAI và vai trò của lập trình viên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530043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5"/>
          <p:cNvSpPr/>
          <p:nvPr/>
        </p:nvSpPr>
        <p:spPr>
          <a:xfrm>
            <a:off x="1295301" y="5205180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5: ARCHITECTURE &amp; FUTURE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763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Sự phát triển của Generative AI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6292" y="1262554"/>
            <a:ext cx="11421533" cy="1896533"/>
          </a:xfrm>
          <a:custGeom>
            <a:avLst/>
            <a:gdLst/>
            <a:ahLst/>
            <a:cxnLst/>
            <a:rect l="l" t="t" r="r" b="b"/>
            <a:pathLst>
              <a:path w="11421533" h="1896533">
                <a:moveTo>
                  <a:pt x="114304" y="0"/>
                </a:moveTo>
                <a:lnTo>
                  <a:pt x="11307229" y="0"/>
                </a:lnTo>
                <a:cubicBezTo>
                  <a:pt x="11370358" y="0"/>
                  <a:pt x="11421533" y="51176"/>
                  <a:pt x="11421533" y="114304"/>
                </a:cubicBezTo>
                <a:lnTo>
                  <a:pt x="11421533" y="1782229"/>
                </a:lnTo>
                <a:cubicBezTo>
                  <a:pt x="11421533" y="1845358"/>
                  <a:pt x="11370358" y="1896533"/>
                  <a:pt x="11307229" y="1896533"/>
                </a:cubicBezTo>
                <a:lnTo>
                  <a:pt x="114304" y="1896533"/>
                </a:lnTo>
                <a:cubicBezTo>
                  <a:pt x="51176" y="1896533"/>
                  <a:pt x="0" y="1845358"/>
                  <a:pt x="0" y="1782229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3990" y="149638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23812"/>
                </a:moveTo>
                <a:cubicBezTo>
                  <a:pt x="146596" y="23812"/>
                  <a:pt x="178594" y="55811"/>
                  <a:pt x="178594" y="95250"/>
                </a:cubicBezTo>
                <a:cubicBezTo>
                  <a:pt x="178594" y="134689"/>
                  <a:pt x="146596" y="166688"/>
                  <a:pt x="107156" y="166688"/>
                </a:cubicBezTo>
                <a:cubicBezTo>
                  <a:pt x="82897" y="166688"/>
                  <a:pt x="61429" y="154595"/>
                  <a:pt x="48518" y="136066"/>
                </a:cubicBezTo>
                <a:cubicBezTo>
                  <a:pt x="44760" y="130671"/>
                  <a:pt x="37319" y="129369"/>
                  <a:pt x="31924" y="133127"/>
                </a:cubicBezTo>
                <a:cubicBezTo>
                  <a:pt x="26529" y="136885"/>
                  <a:pt x="25226" y="144326"/>
                  <a:pt x="28984" y="149721"/>
                </a:cubicBezTo>
                <a:cubicBezTo>
                  <a:pt x="46174" y="174352"/>
                  <a:pt x="74786" y="190500"/>
                  <a:pt x="107156" y="190500"/>
                </a:cubicBezTo>
                <a:cubicBezTo>
                  <a:pt x="159767" y="190500"/>
                  <a:pt x="202406" y="147861"/>
                  <a:pt x="202406" y="95250"/>
                </a:cubicBezTo>
                <a:cubicBezTo>
                  <a:pt x="202406" y="42639"/>
                  <a:pt x="159767" y="0"/>
                  <a:pt x="107156" y="0"/>
                </a:cubicBezTo>
                <a:cubicBezTo>
                  <a:pt x="75270" y="0"/>
                  <a:pt x="47067" y="15664"/>
                  <a:pt x="29766" y="39700"/>
                </a:cubicBezTo>
                <a:lnTo>
                  <a:pt x="29766" y="29766"/>
                </a:lnTo>
                <a:cubicBezTo>
                  <a:pt x="29766" y="23180"/>
                  <a:pt x="24445" y="17859"/>
                  <a:pt x="17859" y="17859"/>
                </a:cubicBezTo>
                <a:cubicBezTo>
                  <a:pt x="11274" y="17859"/>
                  <a:pt x="5953" y="23180"/>
                  <a:pt x="5953" y="29766"/>
                </a:cubicBezTo>
                <a:lnTo>
                  <a:pt x="5953" y="71438"/>
                </a:lnTo>
                <a:cubicBezTo>
                  <a:pt x="5953" y="78023"/>
                  <a:pt x="11274" y="83344"/>
                  <a:pt x="17859" y="83344"/>
                </a:cubicBezTo>
                <a:lnTo>
                  <a:pt x="27012" y="83344"/>
                </a:lnTo>
                <a:cubicBezTo>
                  <a:pt x="27198" y="83344"/>
                  <a:pt x="27384" y="83344"/>
                  <a:pt x="27570" y="83344"/>
                </a:cubicBezTo>
                <a:lnTo>
                  <a:pt x="59568" y="83344"/>
                </a:lnTo>
                <a:cubicBezTo>
                  <a:pt x="66154" y="83344"/>
                  <a:pt x="71475" y="78023"/>
                  <a:pt x="71475" y="71438"/>
                </a:cubicBezTo>
                <a:cubicBezTo>
                  <a:pt x="71475" y="64852"/>
                  <a:pt x="66154" y="59531"/>
                  <a:pt x="59568" y="59531"/>
                </a:cubicBezTo>
                <a:lnTo>
                  <a:pt x="45318" y="59531"/>
                </a:lnTo>
                <a:cubicBezTo>
                  <a:pt x="57634" y="38174"/>
                  <a:pt x="80739" y="23812"/>
                  <a:pt x="107156" y="23812"/>
                </a:cubicBezTo>
                <a:close/>
                <a:moveTo>
                  <a:pt x="116086" y="56555"/>
                </a:moveTo>
                <a:cubicBezTo>
                  <a:pt x="116086" y="51606"/>
                  <a:pt x="112105" y="47625"/>
                  <a:pt x="107156" y="47625"/>
                </a:cubicBezTo>
                <a:cubicBezTo>
                  <a:pt x="102208" y="47625"/>
                  <a:pt x="98227" y="51606"/>
                  <a:pt x="98227" y="56555"/>
                </a:cubicBezTo>
                <a:lnTo>
                  <a:pt x="98227" y="95250"/>
                </a:lnTo>
                <a:cubicBezTo>
                  <a:pt x="98227" y="97631"/>
                  <a:pt x="99157" y="99901"/>
                  <a:pt x="100831" y="101575"/>
                </a:cubicBezTo>
                <a:lnTo>
                  <a:pt x="127620" y="128364"/>
                </a:lnTo>
                <a:cubicBezTo>
                  <a:pt x="131118" y="131862"/>
                  <a:pt x="136773" y="131862"/>
                  <a:pt x="140233" y="128364"/>
                </a:cubicBezTo>
                <a:cubicBezTo>
                  <a:pt x="143694" y="124867"/>
                  <a:pt x="143731" y="119211"/>
                  <a:pt x="140233" y="115751"/>
                </a:cubicBezTo>
                <a:lnTo>
                  <a:pt x="116049" y="91567"/>
                </a:lnTo>
                <a:lnTo>
                  <a:pt x="116049" y="5655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Text 4"/>
          <p:cNvSpPr/>
          <p:nvPr/>
        </p:nvSpPr>
        <p:spPr>
          <a:xfrm>
            <a:off x="934475" y="1458348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Lịch sử phát triển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2083" y="1877216"/>
            <a:ext cx="2114550" cy="1085850"/>
          </a:xfrm>
          <a:custGeom>
            <a:avLst/>
            <a:gdLst/>
            <a:ahLst/>
            <a:cxnLst/>
            <a:rect l="l" t="t" r="r" b="b"/>
            <a:pathLst>
              <a:path w="2114550" h="1085850">
                <a:moveTo>
                  <a:pt x="76205" y="0"/>
                </a:moveTo>
                <a:lnTo>
                  <a:pt x="2038345" y="0"/>
                </a:lnTo>
                <a:cubicBezTo>
                  <a:pt x="2080432" y="0"/>
                  <a:pt x="2114550" y="34118"/>
                  <a:pt x="2114550" y="76205"/>
                </a:cubicBezTo>
                <a:lnTo>
                  <a:pt x="2114550" y="1009645"/>
                </a:lnTo>
                <a:cubicBezTo>
                  <a:pt x="2114550" y="1051732"/>
                  <a:pt x="2080432" y="1085850"/>
                  <a:pt x="2038345" y="1085850"/>
                </a:cubicBezTo>
                <a:lnTo>
                  <a:pt x="76205" y="1085850"/>
                </a:lnTo>
                <a:cubicBezTo>
                  <a:pt x="34118" y="1085850"/>
                  <a:pt x="0" y="1051732"/>
                  <a:pt x="0" y="10096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48594" y="19914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72419" y="210575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4300" y="152400"/>
                </a:moveTo>
                <a:lnTo>
                  <a:pt x="28575" y="152400"/>
                </a:lnTo>
                <a:cubicBezTo>
                  <a:pt x="12799" y="152400"/>
                  <a:pt x="0" y="139601"/>
                  <a:pt x="0" y="123825"/>
                </a:cubicBezTo>
                <a:lnTo>
                  <a:pt x="0" y="28575"/>
                </a:lnTo>
                <a:cubicBezTo>
                  <a:pt x="0" y="12799"/>
                  <a:pt x="12799" y="0"/>
                  <a:pt x="28575" y="0"/>
                </a:cubicBezTo>
                <a:lnTo>
                  <a:pt x="119062" y="0"/>
                </a:lnTo>
                <a:cubicBezTo>
                  <a:pt x="126950" y="0"/>
                  <a:pt x="133350" y="6400"/>
                  <a:pt x="133350" y="14288"/>
                </a:cubicBezTo>
                <a:lnTo>
                  <a:pt x="133350" y="100013"/>
                </a:lnTo>
                <a:cubicBezTo>
                  <a:pt x="133350" y="106234"/>
                  <a:pt x="129361" y="111532"/>
                  <a:pt x="123825" y="113496"/>
                </a:cubicBezTo>
                <a:lnTo>
                  <a:pt x="123825" y="133350"/>
                </a:lnTo>
                <a:cubicBezTo>
                  <a:pt x="129094" y="133350"/>
                  <a:pt x="133350" y="137606"/>
                  <a:pt x="133350" y="142875"/>
                </a:cubicBezTo>
                <a:cubicBezTo>
                  <a:pt x="133350" y="148144"/>
                  <a:pt x="129094" y="152400"/>
                  <a:pt x="123825" y="152400"/>
                </a:cubicBezTo>
                <a:lnTo>
                  <a:pt x="114300" y="152400"/>
                </a:lnTo>
                <a:close/>
                <a:moveTo>
                  <a:pt x="28575" y="114300"/>
                </a:moveTo>
                <a:cubicBezTo>
                  <a:pt x="23306" y="114300"/>
                  <a:pt x="19050" y="118556"/>
                  <a:pt x="19050" y="123825"/>
                </a:cubicBezTo>
                <a:cubicBezTo>
                  <a:pt x="19050" y="129094"/>
                  <a:pt x="23306" y="133350"/>
                  <a:pt x="28575" y="133350"/>
                </a:cubicBezTo>
                <a:lnTo>
                  <a:pt x="104775" y="133350"/>
                </a:lnTo>
                <a:lnTo>
                  <a:pt x="104775" y="114300"/>
                </a:lnTo>
                <a:lnTo>
                  <a:pt x="28575" y="114300"/>
                </a:lnTo>
                <a:close/>
                <a:moveTo>
                  <a:pt x="38100" y="45244"/>
                </a:moveTo>
                <a:cubicBezTo>
                  <a:pt x="38100" y="49203"/>
                  <a:pt x="41285" y="52388"/>
                  <a:pt x="45244" y="52388"/>
                </a:cubicBezTo>
                <a:lnTo>
                  <a:pt x="97631" y="52388"/>
                </a:lnTo>
                <a:cubicBezTo>
                  <a:pt x="101590" y="52388"/>
                  <a:pt x="104775" y="49203"/>
                  <a:pt x="104775" y="45244"/>
                </a:cubicBezTo>
                <a:cubicBezTo>
                  <a:pt x="104775" y="41285"/>
                  <a:pt x="101590" y="38100"/>
                  <a:pt x="97631" y="38100"/>
                </a:cubicBezTo>
                <a:lnTo>
                  <a:pt x="45244" y="38100"/>
                </a:lnTo>
                <a:cubicBezTo>
                  <a:pt x="41285" y="38100"/>
                  <a:pt x="38100" y="41285"/>
                  <a:pt x="38100" y="45244"/>
                </a:cubicBezTo>
                <a:close/>
                <a:moveTo>
                  <a:pt x="45244" y="66675"/>
                </a:moveTo>
                <a:cubicBezTo>
                  <a:pt x="41285" y="66675"/>
                  <a:pt x="38100" y="69860"/>
                  <a:pt x="38100" y="73819"/>
                </a:cubicBezTo>
                <a:cubicBezTo>
                  <a:pt x="38100" y="77778"/>
                  <a:pt x="41285" y="80962"/>
                  <a:pt x="45244" y="80962"/>
                </a:cubicBezTo>
                <a:lnTo>
                  <a:pt x="97631" y="80962"/>
                </a:lnTo>
                <a:cubicBezTo>
                  <a:pt x="101590" y="80962"/>
                  <a:pt x="104775" y="77778"/>
                  <a:pt x="104775" y="73819"/>
                </a:cubicBezTo>
                <a:cubicBezTo>
                  <a:pt x="104775" y="69860"/>
                  <a:pt x="101590" y="66675"/>
                  <a:pt x="97631" y="66675"/>
                </a:cubicBezTo>
                <a:lnTo>
                  <a:pt x="45244" y="6667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0" name="Text 8"/>
          <p:cNvSpPr/>
          <p:nvPr/>
        </p:nvSpPr>
        <p:spPr>
          <a:xfrm>
            <a:off x="663013" y="2448558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Rule-Based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775" y="2676925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Luật cứng nhắc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10371" y="1877216"/>
            <a:ext cx="2114550" cy="1085850"/>
          </a:xfrm>
          <a:custGeom>
            <a:avLst/>
            <a:gdLst/>
            <a:ahLst/>
            <a:cxnLst/>
            <a:rect l="l" t="t" r="r" b="b"/>
            <a:pathLst>
              <a:path w="2114550" h="1085850">
                <a:moveTo>
                  <a:pt x="76205" y="0"/>
                </a:moveTo>
                <a:lnTo>
                  <a:pt x="2038345" y="0"/>
                </a:lnTo>
                <a:cubicBezTo>
                  <a:pt x="2080432" y="0"/>
                  <a:pt x="2114550" y="34118"/>
                  <a:pt x="2114550" y="76205"/>
                </a:cubicBezTo>
                <a:lnTo>
                  <a:pt x="2114550" y="1009645"/>
                </a:lnTo>
                <a:cubicBezTo>
                  <a:pt x="2114550" y="1051732"/>
                  <a:pt x="2080432" y="1085850"/>
                  <a:pt x="2038345" y="1085850"/>
                </a:cubicBezTo>
                <a:lnTo>
                  <a:pt x="76205" y="1085850"/>
                </a:lnTo>
                <a:cubicBezTo>
                  <a:pt x="34118" y="1085850"/>
                  <a:pt x="0" y="1051732"/>
                  <a:pt x="0" y="10096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76882" y="19914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791182" y="210575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5" name="Text 13"/>
          <p:cNvSpPr/>
          <p:nvPr/>
        </p:nvSpPr>
        <p:spPr>
          <a:xfrm>
            <a:off x="2891301" y="2448558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96063" y="2676925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Học từ dữ liệu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38824" y="1877216"/>
            <a:ext cx="2114550" cy="1085850"/>
          </a:xfrm>
          <a:custGeom>
            <a:avLst/>
            <a:gdLst/>
            <a:ahLst/>
            <a:cxnLst/>
            <a:rect l="l" t="t" r="r" b="b"/>
            <a:pathLst>
              <a:path w="2114550" h="1085850">
                <a:moveTo>
                  <a:pt x="76205" y="0"/>
                </a:moveTo>
                <a:lnTo>
                  <a:pt x="2038345" y="0"/>
                </a:lnTo>
                <a:cubicBezTo>
                  <a:pt x="2080432" y="0"/>
                  <a:pt x="2114550" y="34118"/>
                  <a:pt x="2114550" y="76205"/>
                </a:cubicBezTo>
                <a:lnTo>
                  <a:pt x="2114550" y="1009645"/>
                </a:lnTo>
                <a:cubicBezTo>
                  <a:pt x="2114550" y="1051732"/>
                  <a:pt x="2080432" y="1085850"/>
                  <a:pt x="2038345" y="1085850"/>
                </a:cubicBezTo>
                <a:lnTo>
                  <a:pt x="76205" y="1085850"/>
                </a:lnTo>
                <a:cubicBezTo>
                  <a:pt x="34118" y="1085850"/>
                  <a:pt x="0" y="1051732"/>
                  <a:pt x="0" y="10096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905335" y="19914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10110" y="210575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8"/>
          <p:cNvSpPr/>
          <p:nvPr/>
        </p:nvSpPr>
        <p:spPr>
          <a:xfrm>
            <a:off x="5119754" y="2448558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4516" y="2676925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CNN, RNN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67278" y="1877216"/>
            <a:ext cx="2114550" cy="1085850"/>
          </a:xfrm>
          <a:custGeom>
            <a:avLst/>
            <a:gdLst/>
            <a:ahLst/>
            <a:cxnLst/>
            <a:rect l="l" t="t" r="r" b="b"/>
            <a:pathLst>
              <a:path w="2114550" h="1085850">
                <a:moveTo>
                  <a:pt x="76205" y="0"/>
                </a:moveTo>
                <a:lnTo>
                  <a:pt x="2038345" y="0"/>
                </a:lnTo>
                <a:cubicBezTo>
                  <a:pt x="2080432" y="0"/>
                  <a:pt x="2114550" y="34118"/>
                  <a:pt x="2114550" y="76205"/>
                </a:cubicBezTo>
                <a:lnTo>
                  <a:pt x="2114550" y="1009645"/>
                </a:lnTo>
                <a:cubicBezTo>
                  <a:pt x="2114550" y="1051732"/>
                  <a:pt x="2080432" y="1085850"/>
                  <a:pt x="2038345" y="1085850"/>
                </a:cubicBezTo>
                <a:lnTo>
                  <a:pt x="76205" y="1085850"/>
                </a:lnTo>
                <a:cubicBezTo>
                  <a:pt x="34118" y="1085850"/>
                  <a:pt x="0" y="1051732"/>
                  <a:pt x="0" y="10096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133788" y="19914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248088" y="210575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5" name="Text 23"/>
          <p:cNvSpPr/>
          <p:nvPr/>
        </p:nvSpPr>
        <p:spPr>
          <a:xfrm>
            <a:off x="7348207" y="2448558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52970" y="2676925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501023" y="1882507"/>
            <a:ext cx="2106083" cy="1077383"/>
          </a:xfrm>
          <a:custGeom>
            <a:avLst/>
            <a:gdLst/>
            <a:ahLst/>
            <a:cxnLst/>
            <a:rect l="l" t="t" r="r" b="b"/>
            <a:pathLst>
              <a:path w="2106083" h="1077383">
                <a:moveTo>
                  <a:pt x="76203" y="0"/>
                </a:moveTo>
                <a:lnTo>
                  <a:pt x="2029880" y="0"/>
                </a:lnTo>
                <a:cubicBezTo>
                  <a:pt x="2071966" y="0"/>
                  <a:pt x="2106083" y="34117"/>
                  <a:pt x="2106083" y="76203"/>
                </a:cubicBezTo>
                <a:lnTo>
                  <a:pt x="2106083" y="1001180"/>
                </a:lnTo>
                <a:cubicBezTo>
                  <a:pt x="2106083" y="1043266"/>
                  <a:pt x="2071966" y="1077383"/>
                  <a:pt x="2029880" y="1077383"/>
                </a:cubicBezTo>
                <a:lnTo>
                  <a:pt x="76203" y="1077383"/>
                </a:lnTo>
                <a:cubicBezTo>
                  <a:pt x="34117" y="1077383"/>
                  <a:pt x="0" y="1043266"/>
                  <a:pt x="0" y="1001180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4111">
            <a:solidFill>
              <a:srgbClr val="5E8B7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62242" y="200207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457492" y="2116336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0" name="Text 28"/>
          <p:cNvSpPr/>
          <p:nvPr/>
        </p:nvSpPr>
        <p:spPr>
          <a:xfrm>
            <a:off x="9587244" y="2459134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592006" y="2687501"/>
            <a:ext cx="1924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GPT, Copilot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6292" y="3361533"/>
            <a:ext cx="5611283" cy="3325283"/>
          </a:xfrm>
          <a:custGeom>
            <a:avLst/>
            <a:gdLst/>
            <a:ahLst/>
            <a:cxnLst/>
            <a:rect l="l" t="t" r="r" b="b"/>
            <a:pathLst>
              <a:path w="5611283" h="3325283">
                <a:moveTo>
                  <a:pt x="114290" y="0"/>
                </a:moveTo>
                <a:lnTo>
                  <a:pt x="5496993" y="0"/>
                </a:lnTo>
                <a:cubicBezTo>
                  <a:pt x="5560114" y="0"/>
                  <a:pt x="5611283" y="51169"/>
                  <a:pt x="5611283" y="114290"/>
                </a:cubicBezTo>
                <a:lnTo>
                  <a:pt x="5611283" y="3210993"/>
                </a:lnTo>
                <a:cubicBezTo>
                  <a:pt x="5611283" y="3274114"/>
                  <a:pt x="5560114" y="3325283"/>
                  <a:pt x="5496993" y="3325283"/>
                </a:cubicBezTo>
                <a:lnTo>
                  <a:pt x="114290" y="3325283"/>
                </a:lnTo>
                <a:cubicBezTo>
                  <a:pt x="51169" y="3325283"/>
                  <a:pt x="0" y="3274114"/>
                  <a:pt x="0" y="3210993"/>
                </a:cubicBezTo>
                <a:lnTo>
                  <a:pt x="0" y="114290"/>
                </a:lnTo>
                <a:cubicBezTo>
                  <a:pt x="0" y="51169"/>
                  <a:pt x="51169" y="0"/>
                  <a:pt x="114290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4111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5896" y="35953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4" name="Text 32"/>
          <p:cNvSpPr/>
          <p:nvPr/>
        </p:nvSpPr>
        <p:spPr>
          <a:xfrm>
            <a:off x="934475" y="3557327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Chuyển dịch AI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82083" y="3976195"/>
            <a:ext cx="5219700" cy="990600"/>
          </a:xfrm>
          <a:custGeom>
            <a:avLst/>
            <a:gdLst/>
            <a:ahLst/>
            <a:cxnLst/>
            <a:rect l="l" t="t" r="r" b="b"/>
            <a:pathLst>
              <a:path w="5219700" h="990600">
                <a:moveTo>
                  <a:pt x="76197" y="0"/>
                </a:moveTo>
                <a:lnTo>
                  <a:pt x="5143503" y="0"/>
                </a:lnTo>
                <a:cubicBezTo>
                  <a:pt x="5185585" y="0"/>
                  <a:pt x="5219700" y="34115"/>
                  <a:pt x="5219700" y="76197"/>
                </a:cubicBezTo>
                <a:lnTo>
                  <a:pt x="5219700" y="914403"/>
                </a:lnTo>
                <a:cubicBezTo>
                  <a:pt x="5219700" y="956485"/>
                  <a:pt x="5185585" y="990600"/>
                  <a:pt x="51435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96350" y="4090457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38101" y="0"/>
                </a:moveTo>
                <a:lnTo>
                  <a:pt x="266699" y="0"/>
                </a:lnTo>
                <a:cubicBezTo>
                  <a:pt x="287742" y="0"/>
                  <a:pt x="304800" y="17058"/>
                  <a:pt x="304800" y="38101"/>
                </a:cubicBezTo>
                <a:lnTo>
                  <a:pt x="304800" y="190499"/>
                </a:lnTo>
                <a:cubicBezTo>
                  <a:pt x="304800" y="211542"/>
                  <a:pt x="287742" y="228600"/>
                  <a:pt x="2666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B7FFF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96350" y="4090457"/>
            <a:ext cx="3619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1A2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CŨ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6350" y="4394895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Phân tích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6350" y="4661632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Phân loại, dự đoán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105150" y="5118534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1" name="Shape 39"/>
          <p:cNvSpPr/>
          <p:nvPr/>
        </p:nvSpPr>
        <p:spPr>
          <a:xfrm>
            <a:off x="582083" y="5499367"/>
            <a:ext cx="5219700" cy="990600"/>
          </a:xfrm>
          <a:custGeom>
            <a:avLst/>
            <a:gdLst/>
            <a:ahLst/>
            <a:cxnLst/>
            <a:rect l="l" t="t" r="r" b="b"/>
            <a:pathLst>
              <a:path w="5219700" h="990600">
                <a:moveTo>
                  <a:pt x="76197" y="0"/>
                </a:moveTo>
                <a:lnTo>
                  <a:pt x="5143503" y="0"/>
                </a:lnTo>
                <a:cubicBezTo>
                  <a:pt x="5185585" y="0"/>
                  <a:pt x="5219700" y="34115"/>
                  <a:pt x="5219700" y="76197"/>
                </a:cubicBezTo>
                <a:lnTo>
                  <a:pt x="5219700" y="914403"/>
                </a:lnTo>
                <a:cubicBezTo>
                  <a:pt x="5219700" y="956485"/>
                  <a:pt x="5185585" y="990600"/>
                  <a:pt x="51435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96350" y="561362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96350" y="5613629"/>
            <a:ext cx="4381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MỚI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6350" y="5918067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Tạo sinh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6350" y="6184804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Tạo nội dung mới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6542" y="3361533"/>
            <a:ext cx="5611283" cy="3325283"/>
          </a:xfrm>
          <a:custGeom>
            <a:avLst/>
            <a:gdLst/>
            <a:ahLst/>
            <a:cxnLst/>
            <a:rect l="l" t="t" r="r" b="b"/>
            <a:pathLst>
              <a:path w="5611283" h="3325283">
                <a:moveTo>
                  <a:pt x="114290" y="0"/>
                </a:moveTo>
                <a:lnTo>
                  <a:pt x="5496993" y="0"/>
                </a:lnTo>
                <a:cubicBezTo>
                  <a:pt x="5560114" y="0"/>
                  <a:pt x="5611283" y="51169"/>
                  <a:pt x="5611283" y="114290"/>
                </a:cubicBezTo>
                <a:lnTo>
                  <a:pt x="5611283" y="3210993"/>
                </a:lnTo>
                <a:cubicBezTo>
                  <a:pt x="5611283" y="3274114"/>
                  <a:pt x="5560114" y="3325283"/>
                  <a:pt x="5496993" y="3325283"/>
                </a:cubicBezTo>
                <a:lnTo>
                  <a:pt x="114290" y="3325283"/>
                </a:lnTo>
                <a:cubicBezTo>
                  <a:pt x="51169" y="3325283"/>
                  <a:pt x="0" y="3274114"/>
                  <a:pt x="0" y="3210993"/>
                </a:cubicBezTo>
                <a:lnTo>
                  <a:pt x="0" y="114290"/>
                </a:lnTo>
                <a:cubicBezTo>
                  <a:pt x="0" y="51169"/>
                  <a:pt x="51169" y="0"/>
                  <a:pt x="11429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4240" y="359535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8" name="Text 46"/>
          <p:cNvSpPr/>
          <p:nvPr/>
        </p:nvSpPr>
        <p:spPr>
          <a:xfrm>
            <a:off x="6744726" y="3557327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Ứng dụng trong SE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92334" y="3976195"/>
            <a:ext cx="2552700" cy="685800"/>
          </a:xfrm>
          <a:custGeom>
            <a:avLst/>
            <a:gdLst/>
            <a:ahLst/>
            <a:cxnLst/>
            <a:rect l="l" t="t" r="r" b="b"/>
            <a:pathLst>
              <a:path w="2552700" h="685800">
                <a:moveTo>
                  <a:pt x="76199" y="0"/>
                </a:moveTo>
                <a:lnTo>
                  <a:pt x="2476501" y="0"/>
                </a:lnTo>
                <a:cubicBezTo>
                  <a:pt x="2518584" y="0"/>
                  <a:pt x="2552700" y="34116"/>
                  <a:pt x="2552700" y="76199"/>
                </a:cubicBezTo>
                <a:lnTo>
                  <a:pt x="2552700" y="609601"/>
                </a:lnTo>
                <a:cubicBezTo>
                  <a:pt x="2552700" y="651684"/>
                  <a:pt x="2518584" y="685800"/>
                  <a:pt x="2476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96684" y="409045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57373" y="109984"/>
                </a:moveTo>
                <a:cubicBezTo>
                  <a:pt x="60573" y="106226"/>
                  <a:pt x="60164" y="100608"/>
                  <a:pt x="56406" y="97408"/>
                </a:cubicBezTo>
                <a:cubicBezTo>
                  <a:pt x="52648" y="94208"/>
                  <a:pt x="47030" y="94617"/>
                  <a:pt x="43830" y="98375"/>
                </a:cubicBezTo>
                <a:lnTo>
                  <a:pt x="25971" y="119211"/>
                </a:lnTo>
                <a:cubicBezTo>
                  <a:pt x="23106" y="122560"/>
                  <a:pt x="23106" y="127471"/>
                  <a:pt x="25971" y="130820"/>
                </a:cubicBezTo>
                <a:lnTo>
                  <a:pt x="43830" y="151656"/>
                </a:lnTo>
                <a:cubicBezTo>
                  <a:pt x="47030" y="155414"/>
                  <a:pt x="52685" y="155823"/>
                  <a:pt x="56406" y="152623"/>
                </a:cubicBezTo>
                <a:cubicBezTo>
                  <a:pt x="60127" y="149423"/>
                  <a:pt x="60573" y="143768"/>
                  <a:pt x="57373" y="140047"/>
                </a:cubicBezTo>
                <a:lnTo>
                  <a:pt x="44500" y="125016"/>
                </a:lnTo>
                <a:lnTo>
                  <a:pt x="57373" y="109984"/>
                </a:lnTo>
                <a:close/>
                <a:moveTo>
                  <a:pt x="99045" y="98375"/>
                </a:moveTo>
                <a:cubicBezTo>
                  <a:pt x="95845" y="94617"/>
                  <a:pt x="90190" y="94208"/>
                  <a:pt x="86469" y="97408"/>
                </a:cubicBezTo>
                <a:cubicBezTo>
                  <a:pt x="82748" y="100608"/>
                  <a:pt x="82302" y="106263"/>
                  <a:pt x="85502" y="109984"/>
                </a:cubicBezTo>
                <a:lnTo>
                  <a:pt x="98375" y="125016"/>
                </a:lnTo>
                <a:lnTo>
                  <a:pt x="85502" y="140047"/>
                </a:lnTo>
                <a:cubicBezTo>
                  <a:pt x="82302" y="143805"/>
                  <a:pt x="82711" y="149423"/>
                  <a:pt x="86469" y="152623"/>
                </a:cubicBezTo>
                <a:cubicBezTo>
                  <a:pt x="90227" y="155823"/>
                  <a:pt x="95845" y="155414"/>
                  <a:pt x="99045" y="151656"/>
                </a:cubicBezTo>
                <a:lnTo>
                  <a:pt x="116904" y="130820"/>
                </a:lnTo>
                <a:cubicBezTo>
                  <a:pt x="119769" y="127471"/>
                  <a:pt x="119769" y="122560"/>
                  <a:pt x="116904" y="119211"/>
                </a:cubicBezTo>
                <a:lnTo>
                  <a:pt x="99045" y="9837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1" name="Text 49"/>
          <p:cNvSpPr/>
          <p:nvPr/>
        </p:nvSpPr>
        <p:spPr>
          <a:xfrm>
            <a:off x="6473263" y="4357027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Generation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058176" y="3976195"/>
            <a:ext cx="2552700" cy="685800"/>
          </a:xfrm>
          <a:custGeom>
            <a:avLst/>
            <a:gdLst/>
            <a:ahLst/>
            <a:cxnLst/>
            <a:rect l="l" t="t" r="r" b="b"/>
            <a:pathLst>
              <a:path w="2552700" h="685800">
                <a:moveTo>
                  <a:pt x="76199" y="0"/>
                </a:moveTo>
                <a:lnTo>
                  <a:pt x="2476501" y="0"/>
                </a:lnTo>
                <a:cubicBezTo>
                  <a:pt x="2518584" y="0"/>
                  <a:pt x="2552700" y="34116"/>
                  <a:pt x="2552700" y="76199"/>
                </a:cubicBezTo>
                <a:lnTo>
                  <a:pt x="2552700" y="609601"/>
                </a:lnTo>
                <a:cubicBezTo>
                  <a:pt x="2552700" y="651684"/>
                  <a:pt x="2518584" y="685800"/>
                  <a:pt x="2476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226808" y="409045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90500" y="166688"/>
                </a:lnTo>
                <a:cubicBezTo>
                  <a:pt x="203634" y="166688"/>
                  <a:pt x="214313" y="156009"/>
                  <a:pt x="214313" y="142875"/>
                </a:cubicBezTo>
                <a:lnTo>
                  <a:pt x="214313" y="47625"/>
                </a:lnTo>
                <a:cubicBezTo>
                  <a:pt x="214313" y="34491"/>
                  <a:pt x="203634" y="23812"/>
                  <a:pt x="190500" y="23812"/>
                </a:cubicBezTo>
                <a:lnTo>
                  <a:pt x="23812" y="23812"/>
                </a:lnTo>
                <a:close/>
                <a:moveTo>
                  <a:pt x="29766" y="47625"/>
                </a:moveTo>
                <a:lnTo>
                  <a:pt x="41672" y="47625"/>
                </a:lnTo>
                <a:cubicBezTo>
                  <a:pt x="44946" y="47625"/>
                  <a:pt x="47625" y="50304"/>
                  <a:pt x="47625" y="53578"/>
                </a:cubicBezTo>
                <a:lnTo>
                  <a:pt x="47625" y="65484"/>
                </a:lnTo>
                <a:cubicBezTo>
                  <a:pt x="47625" y="68759"/>
                  <a:pt x="44946" y="71438"/>
                  <a:pt x="41672" y="71438"/>
                </a:cubicBezTo>
                <a:lnTo>
                  <a:pt x="29766" y="71438"/>
                </a:lnTo>
                <a:cubicBezTo>
                  <a:pt x="26491" y="71438"/>
                  <a:pt x="23812" y="68759"/>
                  <a:pt x="23812" y="65484"/>
                </a:cubicBezTo>
                <a:lnTo>
                  <a:pt x="23812" y="53578"/>
                </a:lnTo>
                <a:cubicBezTo>
                  <a:pt x="23812" y="50304"/>
                  <a:pt x="26491" y="47625"/>
                  <a:pt x="29766" y="47625"/>
                </a:cubicBezTo>
                <a:close/>
                <a:moveTo>
                  <a:pt x="23812" y="89297"/>
                </a:moveTo>
                <a:cubicBezTo>
                  <a:pt x="23812" y="86023"/>
                  <a:pt x="26491" y="83344"/>
                  <a:pt x="29766" y="83344"/>
                </a:cubicBezTo>
                <a:lnTo>
                  <a:pt x="41672" y="83344"/>
                </a:lnTo>
                <a:cubicBezTo>
                  <a:pt x="44946" y="83344"/>
                  <a:pt x="47625" y="86023"/>
                  <a:pt x="47625" y="89297"/>
                </a:cubicBezTo>
                <a:lnTo>
                  <a:pt x="47625" y="101203"/>
                </a:lnTo>
                <a:cubicBezTo>
                  <a:pt x="47625" y="104477"/>
                  <a:pt x="44946" y="107156"/>
                  <a:pt x="41672" y="107156"/>
                </a:cubicBezTo>
                <a:lnTo>
                  <a:pt x="29766" y="107156"/>
                </a:lnTo>
                <a:cubicBezTo>
                  <a:pt x="26491" y="107156"/>
                  <a:pt x="23812" y="104477"/>
                  <a:pt x="23812" y="101203"/>
                </a:cubicBezTo>
                <a:lnTo>
                  <a:pt x="23812" y="89297"/>
                </a:lnTo>
                <a:close/>
                <a:moveTo>
                  <a:pt x="65484" y="47625"/>
                </a:moveTo>
                <a:lnTo>
                  <a:pt x="77391" y="47625"/>
                </a:lnTo>
                <a:cubicBezTo>
                  <a:pt x="80665" y="47625"/>
                  <a:pt x="83344" y="50304"/>
                  <a:pt x="83344" y="53578"/>
                </a:cubicBezTo>
                <a:lnTo>
                  <a:pt x="83344" y="65484"/>
                </a:lnTo>
                <a:cubicBezTo>
                  <a:pt x="83344" y="68759"/>
                  <a:pt x="80665" y="71438"/>
                  <a:pt x="77391" y="71438"/>
                </a:cubicBezTo>
                <a:lnTo>
                  <a:pt x="65484" y="71438"/>
                </a:lnTo>
                <a:cubicBezTo>
                  <a:pt x="62210" y="71438"/>
                  <a:pt x="59531" y="68759"/>
                  <a:pt x="59531" y="65484"/>
                </a:cubicBezTo>
                <a:lnTo>
                  <a:pt x="59531" y="53578"/>
                </a:lnTo>
                <a:cubicBezTo>
                  <a:pt x="59531" y="50304"/>
                  <a:pt x="62210" y="47625"/>
                  <a:pt x="65484" y="47625"/>
                </a:cubicBezTo>
                <a:close/>
                <a:moveTo>
                  <a:pt x="59531" y="89297"/>
                </a:moveTo>
                <a:cubicBezTo>
                  <a:pt x="59531" y="86023"/>
                  <a:pt x="62210" y="83344"/>
                  <a:pt x="65484" y="83344"/>
                </a:cubicBezTo>
                <a:lnTo>
                  <a:pt x="77391" y="83344"/>
                </a:lnTo>
                <a:cubicBezTo>
                  <a:pt x="80665" y="83344"/>
                  <a:pt x="83344" y="86023"/>
                  <a:pt x="83344" y="89297"/>
                </a:cubicBezTo>
                <a:lnTo>
                  <a:pt x="83344" y="101203"/>
                </a:lnTo>
                <a:cubicBezTo>
                  <a:pt x="83344" y="104477"/>
                  <a:pt x="80665" y="107156"/>
                  <a:pt x="77391" y="107156"/>
                </a:cubicBezTo>
                <a:lnTo>
                  <a:pt x="65484" y="107156"/>
                </a:lnTo>
                <a:cubicBezTo>
                  <a:pt x="62210" y="107156"/>
                  <a:pt x="59531" y="104477"/>
                  <a:pt x="59531" y="101203"/>
                </a:cubicBezTo>
                <a:lnTo>
                  <a:pt x="59531" y="89297"/>
                </a:lnTo>
                <a:close/>
                <a:moveTo>
                  <a:pt x="65484" y="119063"/>
                </a:moveTo>
                <a:lnTo>
                  <a:pt x="148828" y="119063"/>
                </a:lnTo>
                <a:cubicBezTo>
                  <a:pt x="152102" y="119063"/>
                  <a:pt x="154781" y="121741"/>
                  <a:pt x="154781" y="125016"/>
                </a:cubicBezTo>
                <a:lnTo>
                  <a:pt x="154781" y="136922"/>
                </a:lnTo>
                <a:cubicBezTo>
                  <a:pt x="154781" y="140196"/>
                  <a:pt x="152102" y="142875"/>
                  <a:pt x="148828" y="142875"/>
                </a:cubicBezTo>
                <a:lnTo>
                  <a:pt x="65484" y="142875"/>
                </a:lnTo>
                <a:cubicBezTo>
                  <a:pt x="62210" y="142875"/>
                  <a:pt x="59531" y="140196"/>
                  <a:pt x="59531" y="136922"/>
                </a:cubicBezTo>
                <a:lnTo>
                  <a:pt x="59531" y="125016"/>
                </a:lnTo>
                <a:cubicBezTo>
                  <a:pt x="59531" y="121741"/>
                  <a:pt x="62210" y="119063"/>
                  <a:pt x="65484" y="119063"/>
                </a:cubicBezTo>
                <a:close/>
                <a:moveTo>
                  <a:pt x="95250" y="53578"/>
                </a:moveTo>
                <a:cubicBezTo>
                  <a:pt x="95250" y="50304"/>
                  <a:pt x="97929" y="47625"/>
                  <a:pt x="101203" y="47625"/>
                </a:cubicBezTo>
                <a:lnTo>
                  <a:pt x="113109" y="47625"/>
                </a:lnTo>
                <a:cubicBezTo>
                  <a:pt x="116384" y="47625"/>
                  <a:pt x="119063" y="50304"/>
                  <a:pt x="119063" y="53578"/>
                </a:cubicBezTo>
                <a:lnTo>
                  <a:pt x="119063" y="65484"/>
                </a:lnTo>
                <a:cubicBezTo>
                  <a:pt x="119063" y="68759"/>
                  <a:pt x="116384" y="71438"/>
                  <a:pt x="113109" y="71438"/>
                </a:cubicBezTo>
                <a:lnTo>
                  <a:pt x="101203" y="71438"/>
                </a:lnTo>
                <a:cubicBezTo>
                  <a:pt x="97929" y="71438"/>
                  <a:pt x="95250" y="68759"/>
                  <a:pt x="95250" y="65484"/>
                </a:cubicBezTo>
                <a:lnTo>
                  <a:pt x="95250" y="53578"/>
                </a:lnTo>
                <a:close/>
                <a:moveTo>
                  <a:pt x="101203" y="83344"/>
                </a:moveTo>
                <a:lnTo>
                  <a:pt x="113109" y="83344"/>
                </a:lnTo>
                <a:cubicBezTo>
                  <a:pt x="116384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16384" y="107156"/>
                  <a:pt x="113109" y="107156"/>
                </a:cubicBezTo>
                <a:lnTo>
                  <a:pt x="101203" y="107156"/>
                </a:lnTo>
                <a:cubicBezTo>
                  <a:pt x="97929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7929" y="83344"/>
                  <a:pt x="101203" y="83344"/>
                </a:cubicBezTo>
                <a:close/>
                <a:moveTo>
                  <a:pt x="130969" y="53578"/>
                </a:moveTo>
                <a:cubicBezTo>
                  <a:pt x="130969" y="50304"/>
                  <a:pt x="133648" y="47625"/>
                  <a:pt x="136922" y="47625"/>
                </a:cubicBezTo>
                <a:lnTo>
                  <a:pt x="148828" y="47625"/>
                </a:lnTo>
                <a:cubicBezTo>
                  <a:pt x="152102" y="47625"/>
                  <a:pt x="154781" y="50304"/>
                  <a:pt x="154781" y="53578"/>
                </a:cubicBezTo>
                <a:lnTo>
                  <a:pt x="154781" y="65484"/>
                </a:lnTo>
                <a:cubicBezTo>
                  <a:pt x="154781" y="68759"/>
                  <a:pt x="152102" y="71438"/>
                  <a:pt x="148828" y="71438"/>
                </a:cubicBezTo>
                <a:lnTo>
                  <a:pt x="136922" y="71438"/>
                </a:lnTo>
                <a:cubicBezTo>
                  <a:pt x="133648" y="71438"/>
                  <a:pt x="130969" y="68759"/>
                  <a:pt x="130969" y="65484"/>
                </a:cubicBezTo>
                <a:lnTo>
                  <a:pt x="130969" y="53578"/>
                </a:lnTo>
                <a:close/>
                <a:moveTo>
                  <a:pt x="136922" y="83344"/>
                </a:moveTo>
                <a:lnTo>
                  <a:pt x="148828" y="83344"/>
                </a:lnTo>
                <a:cubicBezTo>
                  <a:pt x="152102" y="83344"/>
                  <a:pt x="154781" y="86023"/>
                  <a:pt x="154781" y="89297"/>
                </a:cubicBezTo>
                <a:lnTo>
                  <a:pt x="154781" y="101203"/>
                </a:lnTo>
                <a:cubicBezTo>
                  <a:pt x="154781" y="104477"/>
                  <a:pt x="152102" y="107156"/>
                  <a:pt x="148828" y="107156"/>
                </a:cubicBezTo>
                <a:lnTo>
                  <a:pt x="136922" y="107156"/>
                </a:lnTo>
                <a:cubicBezTo>
                  <a:pt x="133648" y="107156"/>
                  <a:pt x="130969" y="104477"/>
                  <a:pt x="130969" y="101203"/>
                </a:cubicBezTo>
                <a:lnTo>
                  <a:pt x="130969" y="89297"/>
                </a:lnTo>
                <a:cubicBezTo>
                  <a:pt x="130969" y="86023"/>
                  <a:pt x="133648" y="83344"/>
                  <a:pt x="136922" y="83344"/>
                </a:cubicBezTo>
                <a:close/>
                <a:moveTo>
                  <a:pt x="166688" y="53578"/>
                </a:moveTo>
                <a:cubicBezTo>
                  <a:pt x="166688" y="50304"/>
                  <a:pt x="169366" y="47625"/>
                  <a:pt x="172641" y="47625"/>
                </a:cubicBezTo>
                <a:lnTo>
                  <a:pt x="184547" y="47625"/>
                </a:lnTo>
                <a:cubicBezTo>
                  <a:pt x="187821" y="47625"/>
                  <a:pt x="190500" y="50304"/>
                  <a:pt x="190500" y="53578"/>
                </a:cubicBezTo>
                <a:lnTo>
                  <a:pt x="190500" y="65484"/>
                </a:lnTo>
                <a:cubicBezTo>
                  <a:pt x="190500" y="68759"/>
                  <a:pt x="187821" y="71438"/>
                  <a:pt x="184547" y="71438"/>
                </a:cubicBezTo>
                <a:lnTo>
                  <a:pt x="172641" y="71438"/>
                </a:lnTo>
                <a:cubicBezTo>
                  <a:pt x="169366" y="71438"/>
                  <a:pt x="166688" y="68759"/>
                  <a:pt x="166688" y="65484"/>
                </a:cubicBezTo>
                <a:lnTo>
                  <a:pt x="166688" y="53578"/>
                </a:lnTo>
                <a:close/>
                <a:moveTo>
                  <a:pt x="172641" y="83344"/>
                </a:moveTo>
                <a:lnTo>
                  <a:pt x="184547" y="83344"/>
                </a:lnTo>
                <a:cubicBezTo>
                  <a:pt x="187821" y="83344"/>
                  <a:pt x="190500" y="86023"/>
                  <a:pt x="190500" y="89297"/>
                </a:cubicBezTo>
                <a:lnTo>
                  <a:pt x="190500" y="101203"/>
                </a:lnTo>
                <a:cubicBezTo>
                  <a:pt x="190500" y="104477"/>
                  <a:pt x="187821" y="107156"/>
                  <a:pt x="184547" y="107156"/>
                </a:cubicBezTo>
                <a:lnTo>
                  <a:pt x="172641" y="107156"/>
                </a:lnTo>
                <a:cubicBezTo>
                  <a:pt x="169366" y="107156"/>
                  <a:pt x="166688" y="104477"/>
                  <a:pt x="166688" y="101203"/>
                </a:cubicBezTo>
                <a:lnTo>
                  <a:pt x="166688" y="89297"/>
                </a:lnTo>
                <a:cubicBezTo>
                  <a:pt x="166688" y="86023"/>
                  <a:pt x="169366" y="83344"/>
                  <a:pt x="172641" y="8334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4" name="Text 52"/>
          <p:cNvSpPr/>
          <p:nvPr/>
        </p:nvSpPr>
        <p:spPr>
          <a:xfrm>
            <a:off x="9139106" y="4357027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Completion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92334" y="4775895"/>
            <a:ext cx="2552700" cy="685800"/>
          </a:xfrm>
          <a:custGeom>
            <a:avLst/>
            <a:gdLst/>
            <a:ahLst/>
            <a:cxnLst/>
            <a:rect l="l" t="t" r="r" b="b"/>
            <a:pathLst>
              <a:path w="2552700" h="685800">
                <a:moveTo>
                  <a:pt x="76199" y="0"/>
                </a:moveTo>
                <a:lnTo>
                  <a:pt x="2476501" y="0"/>
                </a:lnTo>
                <a:cubicBezTo>
                  <a:pt x="2518584" y="0"/>
                  <a:pt x="2552700" y="34116"/>
                  <a:pt x="2552700" y="76199"/>
                </a:cubicBezTo>
                <a:lnTo>
                  <a:pt x="2552700" y="609601"/>
                </a:lnTo>
                <a:cubicBezTo>
                  <a:pt x="2552700" y="651684"/>
                  <a:pt x="2518584" y="685800"/>
                  <a:pt x="2476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584778" y="489015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7" name="Text 55"/>
          <p:cNvSpPr/>
          <p:nvPr/>
        </p:nvSpPr>
        <p:spPr>
          <a:xfrm>
            <a:off x="6473263" y="5156727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058176" y="4775895"/>
            <a:ext cx="2552700" cy="685800"/>
          </a:xfrm>
          <a:custGeom>
            <a:avLst/>
            <a:gdLst/>
            <a:ahLst/>
            <a:cxnLst/>
            <a:rect l="l" t="t" r="r" b="b"/>
            <a:pathLst>
              <a:path w="2552700" h="685800">
                <a:moveTo>
                  <a:pt x="76199" y="0"/>
                </a:moveTo>
                <a:lnTo>
                  <a:pt x="2476501" y="0"/>
                </a:lnTo>
                <a:cubicBezTo>
                  <a:pt x="2518584" y="0"/>
                  <a:pt x="2552700" y="34116"/>
                  <a:pt x="2552700" y="76199"/>
                </a:cubicBezTo>
                <a:lnTo>
                  <a:pt x="2552700" y="609601"/>
                </a:lnTo>
                <a:cubicBezTo>
                  <a:pt x="2552700" y="651684"/>
                  <a:pt x="2518584" y="685800"/>
                  <a:pt x="2476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226808" y="489015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71438" y="35719"/>
                </a:moveTo>
                <a:cubicBezTo>
                  <a:pt x="71438" y="15999"/>
                  <a:pt x="87437" y="0"/>
                  <a:pt x="107156" y="0"/>
                </a:cubicBezTo>
                <a:cubicBezTo>
                  <a:pt x="126876" y="0"/>
                  <a:pt x="142875" y="15999"/>
                  <a:pt x="142875" y="35719"/>
                </a:cubicBezTo>
                <a:lnTo>
                  <a:pt x="142875" y="37058"/>
                </a:lnTo>
                <a:cubicBezTo>
                  <a:pt x="142875" y="42900"/>
                  <a:pt x="138150" y="47625"/>
                  <a:pt x="132308" y="47625"/>
                </a:cubicBezTo>
                <a:lnTo>
                  <a:pt x="82042" y="47625"/>
                </a:lnTo>
                <a:cubicBezTo>
                  <a:pt x="76200" y="47625"/>
                  <a:pt x="71475" y="42900"/>
                  <a:pt x="71475" y="37058"/>
                </a:cubicBezTo>
                <a:lnTo>
                  <a:pt x="71475" y="35719"/>
                </a:lnTo>
                <a:close/>
                <a:moveTo>
                  <a:pt x="200025" y="40481"/>
                </a:moveTo>
                <a:cubicBezTo>
                  <a:pt x="203969" y="45727"/>
                  <a:pt x="202890" y="53206"/>
                  <a:pt x="197644" y="57150"/>
                </a:cubicBezTo>
                <a:lnTo>
                  <a:pt x="161255" y="84423"/>
                </a:lnTo>
                <a:cubicBezTo>
                  <a:pt x="163227" y="87734"/>
                  <a:pt x="164716" y="91380"/>
                  <a:pt x="165646" y="95250"/>
                </a:cubicBezTo>
                <a:lnTo>
                  <a:pt x="202406" y="95250"/>
                </a:lnTo>
                <a:cubicBezTo>
                  <a:pt x="208992" y="95250"/>
                  <a:pt x="214313" y="100571"/>
                  <a:pt x="214313" y="107156"/>
                </a:cubicBezTo>
                <a:cubicBezTo>
                  <a:pt x="214313" y="113742"/>
                  <a:pt x="208992" y="119063"/>
                  <a:pt x="202406" y="119063"/>
                </a:cubicBezTo>
                <a:lnTo>
                  <a:pt x="166688" y="119063"/>
                </a:lnTo>
                <a:lnTo>
                  <a:pt x="166688" y="130969"/>
                </a:lnTo>
                <a:cubicBezTo>
                  <a:pt x="166688" y="131936"/>
                  <a:pt x="166650" y="132941"/>
                  <a:pt x="166613" y="133908"/>
                </a:cubicBezTo>
                <a:lnTo>
                  <a:pt x="197644" y="157163"/>
                </a:lnTo>
                <a:cubicBezTo>
                  <a:pt x="202890" y="161106"/>
                  <a:pt x="203969" y="168585"/>
                  <a:pt x="200025" y="173831"/>
                </a:cubicBezTo>
                <a:cubicBezTo>
                  <a:pt x="196081" y="179077"/>
                  <a:pt x="188602" y="180156"/>
                  <a:pt x="183356" y="176212"/>
                </a:cubicBezTo>
                <a:lnTo>
                  <a:pt x="159879" y="158614"/>
                </a:lnTo>
                <a:cubicBezTo>
                  <a:pt x="151247" y="175059"/>
                  <a:pt x="135136" y="186965"/>
                  <a:pt x="116086" y="189830"/>
                </a:cubicBezTo>
                <a:lnTo>
                  <a:pt x="116086" y="104180"/>
                </a:lnTo>
                <a:cubicBezTo>
                  <a:pt x="116086" y="99231"/>
                  <a:pt x="112105" y="95250"/>
                  <a:pt x="107156" y="95250"/>
                </a:cubicBezTo>
                <a:cubicBezTo>
                  <a:pt x="102208" y="95250"/>
                  <a:pt x="98227" y="99231"/>
                  <a:pt x="98227" y="104180"/>
                </a:cubicBezTo>
                <a:lnTo>
                  <a:pt x="98227" y="189830"/>
                </a:lnTo>
                <a:cubicBezTo>
                  <a:pt x="79177" y="186965"/>
                  <a:pt x="63066" y="175059"/>
                  <a:pt x="54434" y="158614"/>
                </a:cubicBezTo>
                <a:lnTo>
                  <a:pt x="30956" y="176213"/>
                </a:lnTo>
                <a:cubicBezTo>
                  <a:pt x="25710" y="180156"/>
                  <a:pt x="18231" y="179077"/>
                  <a:pt x="14288" y="173831"/>
                </a:cubicBezTo>
                <a:cubicBezTo>
                  <a:pt x="10344" y="168585"/>
                  <a:pt x="11423" y="161106"/>
                  <a:pt x="16669" y="157163"/>
                </a:cubicBezTo>
                <a:lnTo>
                  <a:pt x="47699" y="133908"/>
                </a:lnTo>
                <a:cubicBezTo>
                  <a:pt x="47662" y="132941"/>
                  <a:pt x="47625" y="131973"/>
                  <a:pt x="47625" y="130969"/>
                </a:cubicBezTo>
                <a:lnTo>
                  <a:pt x="47625" y="119063"/>
                </a:lnTo>
                <a:lnTo>
                  <a:pt x="11906" y="119063"/>
                </a:lnTo>
                <a:cubicBezTo>
                  <a:pt x="5321" y="119063"/>
                  <a:pt x="0" y="113742"/>
                  <a:pt x="0" y="107156"/>
                </a:cubicBezTo>
                <a:cubicBezTo>
                  <a:pt x="0" y="100571"/>
                  <a:pt x="5321" y="95250"/>
                  <a:pt x="11906" y="95250"/>
                </a:cubicBezTo>
                <a:lnTo>
                  <a:pt x="48667" y="95250"/>
                </a:lnTo>
                <a:cubicBezTo>
                  <a:pt x="49597" y="91380"/>
                  <a:pt x="51085" y="87734"/>
                  <a:pt x="53057" y="84423"/>
                </a:cubicBezTo>
                <a:lnTo>
                  <a:pt x="16669" y="57150"/>
                </a:lnTo>
                <a:cubicBezTo>
                  <a:pt x="11423" y="53206"/>
                  <a:pt x="10344" y="45727"/>
                  <a:pt x="14288" y="40481"/>
                </a:cubicBezTo>
                <a:cubicBezTo>
                  <a:pt x="18231" y="35235"/>
                  <a:pt x="25710" y="34156"/>
                  <a:pt x="30956" y="38100"/>
                </a:cubicBezTo>
                <a:lnTo>
                  <a:pt x="71438" y="68461"/>
                </a:lnTo>
                <a:cubicBezTo>
                  <a:pt x="76014" y="66563"/>
                  <a:pt x="81037" y="65484"/>
                  <a:pt x="86320" y="65484"/>
                </a:cubicBezTo>
                <a:lnTo>
                  <a:pt x="127992" y="65484"/>
                </a:lnTo>
                <a:cubicBezTo>
                  <a:pt x="133276" y="65484"/>
                  <a:pt x="138299" y="66526"/>
                  <a:pt x="142875" y="68461"/>
                </a:cubicBezTo>
                <a:lnTo>
                  <a:pt x="183356" y="38100"/>
                </a:lnTo>
                <a:cubicBezTo>
                  <a:pt x="188602" y="34156"/>
                  <a:pt x="196081" y="35235"/>
                  <a:pt x="200025" y="4048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0" name="Text 58"/>
          <p:cNvSpPr/>
          <p:nvPr/>
        </p:nvSpPr>
        <p:spPr>
          <a:xfrm>
            <a:off x="9139106" y="5156727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Debugging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92334" y="5575595"/>
            <a:ext cx="2552700" cy="685800"/>
          </a:xfrm>
          <a:custGeom>
            <a:avLst/>
            <a:gdLst/>
            <a:ahLst/>
            <a:cxnLst/>
            <a:rect l="l" t="t" r="r" b="b"/>
            <a:pathLst>
              <a:path w="2552700" h="685800">
                <a:moveTo>
                  <a:pt x="76199" y="0"/>
                </a:moveTo>
                <a:lnTo>
                  <a:pt x="2476501" y="0"/>
                </a:lnTo>
                <a:cubicBezTo>
                  <a:pt x="2518584" y="0"/>
                  <a:pt x="2552700" y="34116"/>
                  <a:pt x="2552700" y="76199"/>
                </a:cubicBezTo>
                <a:lnTo>
                  <a:pt x="2552700" y="609601"/>
                </a:lnTo>
                <a:cubicBezTo>
                  <a:pt x="2552700" y="651684"/>
                  <a:pt x="2518584" y="685800"/>
                  <a:pt x="2476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572871" y="568986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7471" y="3497"/>
                </a:moveTo>
                <a:cubicBezTo>
                  <a:pt x="122820" y="-1153"/>
                  <a:pt x="115267" y="-1153"/>
                  <a:pt x="110617" y="3497"/>
                </a:cubicBezTo>
                <a:cubicBezTo>
                  <a:pt x="105966" y="8148"/>
                  <a:pt x="105966" y="15701"/>
                  <a:pt x="110617" y="20352"/>
                </a:cubicBezTo>
                <a:lnTo>
                  <a:pt x="114114" y="23812"/>
                </a:lnTo>
                <a:lnTo>
                  <a:pt x="10455" y="127471"/>
                </a:lnTo>
                <a:cubicBezTo>
                  <a:pt x="3758" y="134169"/>
                  <a:pt x="0" y="143247"/>
                  <a:pt x="0" y="152735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37765" y="190500"/>
                </a:lnTo>
                <a:cubicBezTo>
                  <a:pt x="47253" y="190500"/>
                  <a:pt x="56331" y="186742"/>
                  <a:pt x="63029" y="180045"/>
                </a:cubicBezTo>
                <a:lnTo>
                  <a:pt x="166688" y="76386"/>
                </a:lnTo>
                <a:lnTo>
                  <a:pt x="170185" y="79883"/>
                </a:lnTo>
                <a:cubicBezTo>
                  <a:pt x="174836" y="84534"/>
                  <a:pt x="182389" y="84534"/>
                  <a:pt x="187040" y="79883"/>
                </a:cubicBezTo>
                <a:cubicBezTo>
                  <a:pt x="191691" y="75233"/>
                  <a:pt x="191691" y="67680"/>
                  <a:pt x="187040" y="63029"/>
                </a:cubicBezTo>
                <a:lnTo>
                  <a:pt x="127508" y="3497"/>
                </a:lnTo>
                <a:close/>
                <a:moveTo>
                  <a:pt x="76386" y="95250"/>
                </a:moveTo>
                <a:lnTo>
                  <a:pt x="130969" y="40667"/>
                </a:lnTo>
                <a:lnTo>
                  <a:pt x="149833" y="59531"/>
                </a:lnTo>
                <a:lnTo>
                  <a:pt x="114114" y="95250"/>
                </a:lnTo>
                <a:lnTo>
                  <a:pt x="76349" y="9525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3" name="Text 61"/>
          <p:cNvSpPr/>
          <p:nvPr/>
        </p:nvSpPr>
        <p:spPr>
          <a:xfrm>
            <a:off x="6473263" y="5956436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058176" y="5575595"/>
            <a:ext cx="2552700" cy="685800"/>
          </a:xfrm>
          <a:custGeom>
            <a:avLst/>
            <a:gdLst/>
            <a:ahLst/>
            <a:cxnLst/>
            <a:rect l="l" t="t" r="r" b="b"/>
            <a:pathLst>
              <a:path w="2552700" h="685800">
                <a:moveTo>
                  <a:pt x="76199" y="0"/>
                </a:moveTo>
                <a:lnTo>
                  <a:pt x="2476501" y="0"/>
                </a:lnTo>
                <a:cubicBezTo>
                  <a:pt x="2518584" y="0"/>
                  <a:pt x="2552700" y="34116"/>
                  <a:pt x="2552700" y="76199"/>
                </a:cubicBezTo>
                <a:lnTo>
                  <a:pt x="2552700" y="609601"/>
                </a:lnTo>
                <a:cubicBezTo>
                  <a:pt x="2552700" y="651684"/>
                  <a:pt x="2518584" y="685800"/>
                  <a:pt x="2476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0226808" y="568986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6" name="Text 64"/>
          <p:cNvSpPr/>
          <p:nvPr/>
        </p:nvSpPr>
        <p:spPr>
          <a:xfrm>
            <a:off x="9139106" y="5956436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398" y="363398"/>
            <a:ext cx="11537884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spc="57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5: ARCHITECTURE &amp; FUTURE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3398" y="654081"/>
            <a:ext cx="11628733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Vai trò của GenAI trong Kiến trúc và Thiết kế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8445" y="1204225"/>
            <a:ext cx="5615507" cy="2735579"/>
          </a:xfrm>
          <a:custGeom>
            <a:avLst/>
            <a:gdLst/>
            <a:ahLst/>
            <a:cxnLst/>
            <a:rect l="l" t="t" r="r" b="b"/>
            <a:pathLst>
              <a:path w="5615507" h="2735579">
                <a:moveTo>
                  <a:pt x="109013" y="0"/>
                </a:moveTo>
                <a:lnTo>
                  <a:pt x="5506494" y="0"/>
                </a:lnTo>
                <a:cubicBezTo>
                  <a:pt x="5566700" y="0"/>
                  <a:pt x="5615507" y="48807"/>
                  <a:pt x="5615507" y="109013"/>
                </a:cubicBezTo>
                <a:lnTo>
                  <a:pt x="5615507" y="2626566"/>
                </a:lnTo>
                <a:cubicBezTo>
                  <a:pt x="5615507" y="2686772"/>
                  <a:pt x="5566700" y="2735579"/>
                  <a:pt x="5506494" y="2735579"/>
                </a:cubicBezTo>
                <a:lnTo>
                  <a:pt x="109013" y="2735579"/>
                </a:lnTo>
                <a:cubicBezTo>
                  <a:pt x="48807" y="2735579"/>
                  <a:pt x="0" y="2686772"/>
                  <a:pt x="0" y="2626566"/>
                </a:cubicBezTo>
                <a:lnTo>
                  <a:pt x="0" y="109013"/>
                </a:lnTo>
                <a:cubicBezTo>
                  <a:pt x="0" y="48847"/>
                  <a:pt x="48847" y="0"/>
                  <a:pt x="10901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904" y="1427251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68137" y="22712"/>
                </a:moveTo>
                <a:cubicBezTo>
                  <a:pt x="68137" y="16431"/>
                  <a:pt x="73212" y="11356"/>
                  <a:pt x="79493" y="11356"/>
                </a:cubicBezTo>
                <a:lnTo>
                  <a:pt x="102206" y="11356"/>
                </a:lnTo>
                <a:cubicBezTo>
                  <a:pt x="108487" y="11356"/>
                  <a:pt x="113562" y="16431"/>
                  <a:pt x="113562" y="22712"/>
                </a:cubicBezTo>
                <a:lnTo>
                  <a:pt x="113562" y="45425"/>
                </a:lnTo>
                <a:cubicBezTo>
                  <a:pt x="113562" y="51706"/>
                  <a:pt x="108487" y="56781"/>
                  <a:pt x="102206" y="56781"/>
                </a:cubicBezTo>
                <a:lnTo>
                  <a:pt x="99367" y="56781"/>
                </a:lnTo>
                <a:lnTo>
                  <a:pt x="99367" y="79493"/>
                </a:lnTo>
                <a:lnTo>
                  <a:pt x="141952" y="79493"/>
                </a:lnTo>
                <a:cubicBezTo>
                  <a:pt x="156077" y="79493"/>
                  <a:pt x="167504" y="90920"/>
                  <a:pt x="167504" y="105045"/>
                </a:cubicBezTo>
                <a:lnTo>
                  <a:pt x="167504" y="124918"/>
                </a:lnTo>
                <a:lnTo>
                  <a:pt x="170343" y="124918"/>
                </a:lnTo>
                <a:cubicBezTo>
                  <a:pt x="176624" y="124918"/>
                  <a:pt x="181699" y="129993"/>
                  <a:pt x="181699" y="136274"/>
                </a:cubicBezTo>
                <a:lnTo>
                  <a:pt x="181699" y="158987"/>
                </a:lnTo>
                <a:cubicBezTo>
                  <a:pt x="181699" y="165268"/>
                  <a:pt x="176624" y="170343"/>
                  <a:pt x="170343" y="170343"/>
                </a:cubicBezTo>
                <a:lnTo>
                  <a:pt x="147630" y="170343"/>
                </a:lnTo>
                <a:cubicBezTo>
                  <a:pt x="141349" y="170343"/>
                  <a:pt x="136274" y="165268"/>
                  <a:pt x="136274" y="158987"/>
                </a:cubicBezTo>
                <a:lnTo>
                  <a:pt x="136274" y="136274"/>
                </a:lnTo>
                <a:cubicBezTo>
                  <a:pt x="136274" y="129993"/>
                  <a:pt x="141349" y="124918"/>
                  <a:pt x="147630" y="124918"/>
                </a:cubicBezTo>
                <a:lnTo>
                  <a:pt x="150469" y="124918"/>
                </a:lnTo>
                <a:lnTo>
                  <a:pt x="150469" y="105045"/>
                </a:lnTo>
                <a:cubicBezTo>
                  <a:pt x="150469" y="100325"/>
                  <a:pt x="146672" y="96528"/>
                  <a:pt x="141952" y="96528"/>
                </a:cubicBezTo>
                <a:lnTo>
                  <a:pt x="99367" y="96528"/>
                </a:lnTo>
                <a:lnTo>
                  <a:pt x="99367" y="124918"/>
                </a:lnTo>
                <a:lnTo>
                  <a:pt x="102206" y="124918"/>
                </a:lnTo>
                <a:cubicBezTo>
                  <a:pt x="108487" y="124918"/>
                  <a:pt x="113562" y="129993"/>
                  <a:pt x="113562" y="136274"/>
                </a:cubicBezTo>
                <a:lnTo>
                  <a:pt x="113562" y="158987"/>
                </a:lnTo>
                <a:cubicBezTo>
                  <a:pt x="113562" y="165268"/>
                  <a:pt x="108487" y="170343"/>
                  <a:pt x="102206" y="170343"/>
                </a:cubicBezTo>
                <a:lnTo>
                  <a:pt x="79493" y="170343"/>
                </a:lnTo>
                <a:cubicBezTo>
                  <a:pt x="73212" y="170343"/>
                  <a:pt x="68137" y="165268"/>
                  <a:pt x="68137" y="158987"/>
                </a:cubicBezTo>
                <a:lnTo>
                  <a:pt x="68137" y="136274"/>
                </a:lnTo>
                <a:cubicBezTo>
                  <a:pt x="68137" y="129993"/>
                  <a:pt x="73212" y="124918"/>
                  <a:pt x="79493" y="124918"/>
                </a:cubicBezTo>
                <a:lnTo>
                  <a:pt x="82332" y="124918"/>
                </a:lnTo>
                <a:lnTo>
                  <a:pt x="82332" y="96528"/>
                </a:lnTo>
                <a:lnTo>
                  <a:pt x="39747" y="96528"/>
                </a:lnTo>
                <a:cubicBezTo>
                  <a:pt x="35027" y="96528"/>
                  <a:pt x="31230" y="100325"/>
                  <a:pt x="31230" y="105045"/>
                </a:cubicBezTo>
                <a:lnTo>
                  <a:pt x="31230" y="124918"/>
                </a:lnTo>
                <a:lnTo>
                  <a:pt x="34069" y="124918"/>
                </a:lnTo>
                <a:cubicBezTo>
                  <a:pt x="40350" y="124918"/>
                  <a:pt x="45425" y="129993"/>
                  <a:pt x="45425" y="136274"/>
                </a:cubicBezTo>
                <a:lnTo>
                  <a:pt x="45425" y="158987"/>
                </a:lnTo>
                <a:cubicBezTo>
                  <a:pt x="45425" y="165268"/>
                  <a:pt x="40350" y="170343"/>
                  <a:pt x="34069" y="170343"/>
                </a:cubicBezTo>
                <a:lnTo>
                  <a:pt x="11356" y="170343"/>
                </a:lnTo>
                <a:cubicBezTo>
                  <a:pt x="5075" y="170343"/>
                  <a:pt x="0" y="165268"/>
                  <a:pt x="0" y="158987"/>
                </a:cubicBezTo>
                <a:lnTo>
                  <a:pt x="0" y="136274"/>
                </a:lnTo>
                <a:cubicBezTo>
                  <a:pt x="0" y="129993"/>
                  <a:pt x="5075" y="124918"/>
                  <a:pt x="11356" y="124918"/>
                </a:cubicBezTo>
                <a:lnTo>
                  <a:pt x="14195" y="124918"/>
                </a:lnTo>
                <a:lnTo>
                  <a:pt x="14195" y="105045"/>
                </a:lnTo>
                <a:cubicBezTo>
                  <a:pt x="14195" y="90920"/>
                  <a:pt x="25622" y="79493"/>
                  <a:pt x="39747" y="79493"/>
                </a:cubicBezTo>
                <a:lnTo>
                  <a:pt x="82332" y="79493"/>
                </a:lnTo>
                <a:lnTo>
                  <a:pt x="82332" y="56781"/>
                </a:lnTo>
                <a:lnTo>
                  <a:pt x="79493" y="56781"/>
                </a:lnTo>
                <a:cubicBezTo>
                  <a:pt x="73212" y="56781"/>
                  <a:pt x="68137" y="51706"/>
                  <a:pt x="68137" y="45425"/>
                </a:cubicBezTo>
                <a:lnTo>
                  <a:pt x="68137" y="22712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Text 4"/>
          <p:cNvSpPr/>
          <p:nvPr/>
        </p:nvSpPr>
        <p:spPr>
          <a:xfrm>
            <a:off x="891303" y="1390973"/>
            <a:ext cx="2107708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Ảnh hưởng đến Kiến trúc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5191" y="1790489"/>
            <a:ext cx="5242015" cy="1126534"/>
          </a:xfrm>
          <a:custGeom>
            <a:avLst/>
            <a:gdLst/>
            <a:ahLst/>
            <a:cxnLst/>
            <a:rect l="l" t="t" r="r" b="b"/>
            <a:pathLst>
              <a:path w="5242015" h="1126534">
                <a:moveTo>
                  <a:pt x="72684" y="0"/>
                </a:moveTo>
                <a:lnTo>
                  <a:pt x="5169331" y="0"/>
                </a:lnTo>
                <a:cubicBezTo>
                  <a:pt x="5209473" y="0"/>
                  <a:pt x="5242015" y="32542"/>
                  <a:pt x="5242015" y="72684"/>
                </a:cubicBezTo>
                <a:lnTo>
                  <a:pt x="5242015" y="1053850"/>
                </a:lnTo>
                <a:cubicBezTo>
                  <a:pt x="5242015" y="1093992"/>
                  <a:pt x="5209473" y="1126534"/>
                  <a:pt x="5169331" y="1126534"/>
                </a:cubicBezTo>
                <a:lnTo>
                  <a:pt x="72684" y="1126534"/>
                </a:lnTo>
                <a:cubicBezTo>
                  <a:pt x="32542" y="1126534"/>
                  <a:pt x="0" y="1093992"/>
                  <a:pt x="0" y="1053850"/>
                </a:cubicBezTo>
                <a:lnTo>
                  <a:pt x="0" y="72684"/>
                </a:lnTo>
                <a:cubicBezTo>
                  <a:pt x="0" y="32569"/>
                  <a:pt x="32569" y="0"/>
                  <a:pt x="7268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64179" y="1899482"/>
            <a:ext cx="5096656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Hỗ trợ kiến trúc sư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4179" y="2190164"/>
            <a:ext cx="5087571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Đề xuất mô hình kiến trúc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4179" y="2407981"/>
            <a:ext cx="5087571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Phân tích ưu/nhược điểm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4179" y="2625798"/>
            <a:ext cx="5087571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Xây dựng tài liệu kiến trúc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5191" y="3025323"/>
            <a:ext cx="5242015" cy="726796"/>
          </a:xfrm>
          <a:custGeom>
            <a:avLst/>
            <a:gdLst/>
            <a:ahLst/>
            <a:cxnLst/>
            <a:rect l="l" t="t" r="r" b="b"/>
            <a:pathLst>
              <a:path w="5242015" h="726796">
                <a:moveTo>
                  <a:pt x="72680" y="0"/>
                </a:moveTo>
                <a:lnTo>
                  <a:pt x="5169335" y="0"/>
                </a:lnTo>
                <a:cubicBezTo>
                  <a:pt x="5209475" y="0"/>
                  <a:pt x="5242015" y="32540"/>
                  <a:pt x="5242015" y="72680"/>
                </a:cubicBezTo>
                <a:lnTo>
                  <a:pt x="5242015" y="654116"/>
                </a:lnTo>
                <a:cubicBezTo>
                  <a:pt x="5242015" y="694256"/>
                  <a:pt x="5209475" y="726796"/>
                  <a:pt x="5169335" y="726796"/>
                </a:cubicBezTo>
                <a:lnTo>
                  <a:pt x="72680" y="726796"/>
                </a:lnTo>
                <a:cubicBezTo>
                  <a:pt x="32540" y="726796"/>
                  <a:pt x="0" y="694256"/>
                  <a:pt x="0" y="654116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4179" y="3134307"/>
            <a:ext cx="5096656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Các mô hình phổ biến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4179" y="3424990"/>
            <a:ext cx="645031" cy="218039"/>
          </a:xfrm>
          <a:custGeom>
            <a:avLst/>
            <a:gdLst/>
            <a:ahLst/>
            <a:cxnLst/>
            <a:rect l="l" t="t" r="r" b="b"/>
            <a:pathLst>
              <a:path w="645031" h="218039">
                <a:moveTo>
                  <a:pt x="36341" y="0"/>
                </a:moveTo>
                <a:lnTo>
                  <a:pt x="608691" y="0"/>
                </a:lnTo>
                <a:cubicBezTo>
                  <a:pt x="628761" y="0"/>
                  <a:pt x="645031" y="16270"/>
                  <a:pt x="645031" y="36341"/>
                </a:cubicBezTo>
                <a:lnTo>
                  <a:pt x="645031" y="181698"/>
                </a:lnTo>
                <a:cubicBezTo>
                  <a:pt x="645031" y="201769"/>
                  <a:pt x="628761" y="218039"/>
                  <a:pt x="608691" y="218039"/>
                </a:cubicBezTo>
                <a:lnTo>
                  <a:pt x="36341" y="218039"/>
                </a:lnTo>
                <a:cubicBezTo>
                  <a:pt x="16284" y="218039"/>
                  <a:pt x="0" y="201755"/>
                  <a:pt x="0" y="181698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64179" y="3424990"/>
            <a:ext cx="699541" cy="218039"/>
          </a:xfrm>
          <a:prstGeom prst="rect">
            <a:avLst/>
          </a:prstGeom>
          <a:noFill/>
          <a:ln/>
        </p:spPr>
        <p:txBody>
          <a:bodyPr wrap="square" lIns="72680" tIns="36340" rIns="72680" bIns="36340" rtlCol="0" anchor="ctr"/>
          <a:lstStyle/>
          <a:p>
            <a:pPr>
              <a:lnSpc>
                <a:spcPct val="110000"/>
              </a:lnSpc>
            </a:pPr>
            <a:r>
              <a:rPr lang="en-US" sz="85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Monolithic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8357" y="3424990"/>
            <a:ext cx="799475" cy="218039"/>
          </a:xfrm>
          <a:custGeom>
            <a:avLst/>
            <a:gdLst/>
            <a:ahLst/>
            <a:cxnLst/>
            <a:rect l="l" t="t" r="r" b="b"/>
            <a:pathLst>
              <a:path w="799475" h="218039">
                <a:moveTo>
                  <a:pt x="36341" y="0"/>
                </a:moveTo>
                <a:lnTo>
                  <a:pt x="763135" y="0"/>
                </a:lnTo>
                <a:cubicBezTo>
                  <a:pt x="783205" y="0"/>
                  <a:pt x="799475" y="16270"/>
                  <a:pt x="799475" y="36341"/>
                </a:cubicBezTo>
                <a:lnTo>
                  <a:pt x="799475" y="181698"/>
                </a:lnTo>
                <a:cubicBezTo>
                  <a:pt x="799475" y="201769"/>
                  <a:pt x="783205" y="218039"/>
                  <a:pt x="763135" y="218039"/>
                </a:cubicBezTo>
                <a:lnTo>
                  <a:pt x="36341" y="218039"/>
                </a:lnTo>
                <a:cubicBezTo>
                  <a:pt x="16284" y="218039"/>
                  <a:pt x="0" y="201755"/>
                  <a:pt x="0" y="181698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378357" y="3424990"/>
            <a:ext cx="853985" cy="218039"/>
          </a:xfrm>
          <a:prstGeom prst="rect">
            <a:avLst/>
          </a:prstGeom>
          <a:noFill/>
          <a:ln/>
        </p:spPr>
        <p:txBody>
          <a:bodyPr wrap="square" lIns="72680" tIns="36340" rIns="72680" bIns="36340" rtlCol="0" anchor="ctr"/>
          <a:lstStyle/>
          <a:p>
            <a:pPr>
              <a:lnSpc>
                <a:spcPct val="110000"/>
              </a:lnSpc>
            </a:pPr>
            <a:r>
              <a:rPr lang="en-US" sz="85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Microservices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250417" y="3424990"/>
            <a:ext cx="772221" cy="218039"/>
          </a:xfrm>
          <a:custGeom>
            <a:avLst/>
            <a:gdLst/>
            <a:ahLst/>
            <a:cxnLst/>
            <a:rect l="l" t="t" r="r" b="b"/>
            <a:pathLst>
              <a:path w="772221" h="218039">
                <a:moveTo>
                  <a:pt x="36341" y="0"/>
                </a:moveTo>
                <a:lnTo>
                  <a:pt x="735880" y="0"/>
                </a:lnTo>
                <a:cubicBezTo>
                  <a:pt x="755950" y="0"/>
                  <a:pt x="772221" y="16270"/>
                  <a:pt x="772221" y="36341"/>
                </a:cubicBezTo>
                <a:lnTo>
                  <a:pt x="772221" y="181698"/>
                </a:lnTo>
                <a:cubicBezTo>
                  <a:pt x="772221" y="201769"/>
                  <a:pt x="755950" y="218039"/>
                  <a:pt x="735880" y="218039"/>
                </a:cubicBezTo>
                <a:lnTo>
                  <a:pt x="36341" y="218039"/>
                </a:lnTo>
                <a:cubicBezTo>
                  <a:pt x="16284" y="218039"/>
                  <a:pt x="0" y="201755"/>
                  <a:pt x="0" y="181698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250417" y="3424990"/>
            <a:ext cx="826730" cy="218039"/>
          </a:xfrm>
          <a:prstGeom prst="rect">
            <a:avLst/>
          </a:prstGeom>
          <a:noFill/>
          <a:ln/>
        </p:spPr>
        <p:txBody>
          <a:bodyPr wrap="square" lIns="72680" tIns="36340" rIns="72680" bIns="36340" rtlCol="0" anchor="ctr"/>
          <a:lstStyle/>
          <a:p>
            <a:pPr>
              <a:lnSpc>
                <a:spcPct val="110000"/>
              </a:lnSpc>
            </a:pPr>
            <a:r>
              <a:rPr lang="en-US" sz="85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Event-Driven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8445" y="4130341"/>
            <a:ext cx="5615507" cy="2717409"/>
          </a:xfrm>
          <a:custGeom>
            <a:avLst/>
            <a:gdLst/>
            <a:ahLst/>
            <a:cxnLst/>
            <a:rect l="l" t="t" r="r" b="b"/>
            <a:pathLst>
              <a:path w="5615507" h="2717409">
                <a:moveTo>
                  <a:pt x="109022" y="0"/>
                </a:moveTo>
                <a:lnTo>
                  <a:pt x="5506485" y="0"/>
                </a:lnTo>
                <a:cubicBezTo>
                  <a:pt x="5566696" y="0"/>
                  <a:pt x="5615507" y="48811"/>
                  <a:pt x="5615507" y="109022"/>
                </a:cubicBezTo>
                <a:lnTo>
                  <a:pt x="5615507" y="2608386"/>
                </a:lnTo>
                <a:cubicBezTo>
                  <a:pt x="5615507" y="2668598"/>
                  <a:pt x="5566696" y="2717409"/>
                  <a:pt x="5506485" y="2717409"/>
                </a:cubicBezTo>
                <a:lnTo>
                  <a:pt x="109022" y="2717409"/>
                </a:lnTo>
                <a:cubicBezTo>
                  <a:pt x="48811" y="2717409"/>
                  <a:pt x="0" y="2668598"/>
                  <a:pt x="0" y="2608386"/>
                </a:cubicBezTo>
                <a:lnTo>
                  <a:pt x="0" y="109022"/>
                </a:lnTo>
                <a:cubicBezTo>
                  <a:pt x="0" y="48851"/>
                  <a:pt x="48851" y="0"/>
                  <a:pt x="10902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7904" y="4353358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143372" y="0"/>
                </a:moveTo>
                <a:cubicBezTo>
                  <a:pt x="150186" y="0"/>
                  <a:pt x="156715" y="2697"/>
                  <a:pt x="161506" y="7523"/>
                </a:cubicBezTo>
                <a:lnTo>
                  <a:pt x="174175" y="20193"/>
                </a:lnTo>
                <a:cubicBezTo>
                  <a:pt x="179002" y="24984"/>
                  <a:pt x="181699" y="31513"/>
                  <a:pt x="181699" y="38327"/>
                </a:cubicBezTo>
                <a:cubicBezTo>
                  <a:pt x="181699" y="45141"/>
                  <a:pt x="179002" y="51671"/>
                  <a:pt x="174175" y="56462"/>
                </a:cubicBezTo>
                <a:lnTo>
                  <a:pt x="158241" y="72396"/>
                </a:lnTo>
                <a:lnTo>
                  <a:pt x="109303" y="23458"/>
                </a:lnTo>
                <a:lnTo>
                  <a:pt x="125237" y="7523"/>
                </a:lnTo>
                <a:cubicBezTo>
                  <a:pt x="130028" y="2697"/>
                  <a:pt x="136558" y="0"/>
                  <a:pt x="143372" y="0"/>
                </a:cubicBezTo>
                <a:close/>
                <a:moveTo>
                  <a:pt x="20902" y="111823"/>
                </a:moveTo>
                <a:lnTo>
                  <a:pt x="97273" y="35488"/>
                </a:lnTo>
                <a:lnTo>
                  <a:pt x="146211" y="84426"/>
                </a:lnTo>
                <a:lnTo>
                  <a:pt x="69876" y="160796"/>
                </a:lnTo>
                <a:cubicBezTo>
                  <a:pt x="66079" y="164594"/>
                  <a:pt x="61323" y="167362"/>
                  <a:pt x="56142" y="168817"/>
                </a:cubicBezTo>
                <a:lnTo>
                  <a:pt x="10788" y="181380"/>
                </a:lnTo>
                <a:cubicBezTo>
                  <a:pt x="7843" y="182196"/>
                  <a:pt x="4649" y="181380"/>
                  <a:pt x="2484" y="179179"/>
                </a:cubicBezTo>
                <a:cubicBezTo>
                  <a:pt x="319" y="176979"/>
                  <a:pt x="-532" y="173821"/>
                  <a:pt x="284" y="170875"/>
                </a:cubicBezTo>
                <a:lnTo>
                  <a:pt x="12918" y="125557"/>
                </a:lnTo>
                <a:cubicBezTo>
                  <a:pt x="14373" y="120376"/>
                  <a:pt x="17105" y="115656"/>
                  <a:pt x="20938" y="111823"/>
                </a:cubicBezTo>
                <a:close/>
                <a:moveTo>
                  <a:pt x="79990" y="28674"/>
                </a:moveTo>
                <a:lnTo>
                  <a:pt x="28674" y="79990"/>
                </a:lnTo>
                <a:lnTo>
                  <a:pt x="4152" y="55468"/>
                </a:lnTo>
                <a:cubicBezTo>
                  <a:pt x="-1384" y="49932"/>
                  <a:pt x="-1384" y="40953"/>
                  <a:pt x="4152" y="35382"/>
                </a:cubicBezTo>
                <a:lnTo>
                  <a:pt x="35382" y="4152"/>
                </a:lnTo>
                <a:cubicBezTo>
                  <a:pt x="40918" y="-1384"/>
                  <a:pt x="49896" y="-1384"/>
                  <a:pt x="55468" y="4152"/>
                </a:cubicBezTo>
                <a:lnTo>
                  <a:pt x="57562" y="6246"/>
                </a:lnTo>
                <a:lnTo>
                  <a:pt x="37582" y="26226"/>
                </a:lnTo>
                <a:cubicBezTo>
                  <a:pt x="34814" y="28994"/>
                  <a:pt x="34814" y="33501"/>
                  <a:pt x="37582" y="36269"/>
                </a:cubicBezTo>
                <a:cubicBezTo>
                  <a:pt x="40350" y="39037"/>
                  <a:pt x="44857" y="39037"/>
                  <a:pt x="47625" y="36269"/>
                </a:cubicBezTo>
                <a:lnTo>
                  <a:pt x="67605" y="16289"/>
                </a:lnTo>
                <a:lnTo>
                  <a:pt x="79990" y="28674"/>
                </a:lnTo>
                <a:close/>
                <a:moveTo>
                  <a:pt x="153025" y="101709"/>
                </a:moveTo>
                <a:lnTo>
                  <a:pt x="165410" y="114094"/>
                </a:lnTo>
                <a:lnTo>
                  <a:pt x="145430" y="134074"/>
                </a:lnTo>
                <a:cubicBezTo>
                  <a:pt x="142662" y="136842"/>
                  <a:pt x="142662" y="141349"/>
                  <a:pt x="145430" y="144117"/>
                </a:cubicBezTo>
                <a:cubicBezTo>
                  <a:pt x="148198" y="146885"/>
                  <a:pt x="152705" y="146885"/>
                  <a:pt x="155473" y="144117"/>
                </a:cubicBezTo>
                <a:lnTo>
                  <a:pt x="175453" y="124137"/>
                </a:lnTo>
                <a:lnTo>
                  <a:pt x="177547" y="126231"/>
                </a:lnTo>
                <a:cubicBezTo>
                  <a:pt x="183083" y="131767"/>
                  <a:pt x="183083" y="140746"/>
                  <a:pt x="177547" y="146317"/>
                </a:cubicBezTo>
                <a:lnTo>
                  <a:pt x="146317" y="177547"/>
                </a:lnTo>
                <a:cubicBezTo>
                  <a:pt x="140781" y="183083"/>
                  <a:pt x="131803" y="183083"/>
                  <a:pt x="126231" y="177547"/>
                </a:cubicBezTo>
                <a:lnTo>
                  <a:pt x="101709" y="153025"/>
                </a:lnTo>
                <a:lnTo>
                  <a:pt x="153025" y="10170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2" name="Text 20"/>
          <p:cNvSpPr/>
          <p:nvPr/>
        </p:nvSpPr>
        <p:spPr>
          <a:xfrm>
            <a:off x="891303" y="4317089"/>
            <a:ext cx="1290063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Hỗ trợ Thiết kế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2446" y="4752883"/>
            <a:ext cx="127189" cy="145359"/>
          </a:xfrm>
          <a:custGeom>
            <a:avLst/>
            <a:gdLst/>
            <a:ahLst/>
            <a:cxnLst/>
            <a:rect l="l" t="t" r="r" b="b"/>
            <a:pathLst>
              <a:path w="127189" h="145359">
                <a:moveTo>
                  <a:pt x="123442" y="19902"/>
                </a:moveTo>
                <a:cubicBezTo>
                  <a:pt x="127502" y="22854"/>
                  <a:pt x="128410" y="28532"/>
                  <a:pt x="125457" y="32592"/>
                </a:cubicBezTo>
                <a:lnTo>
                  <a:pt x="52778" y="132527"/>
                </a:lnTo>
                <a:cubicBezTo>
                  <a:pt x="51216" y="134684"/>
                  <a:pt x="48803" y="136019"/>
                  <a:pt x="46135" y="136246"/>
                </a:cubicBezTo>
                <a:cubicBezTo>
                  <a:pt x="43466" y="136473"/>
                  <a:pt x="40882" y="135479"/>
                  <a:pt x="39008" y="133606"/>
                </a:cubicBezTo>
                <a:lnTo>
                  <a:pt x="2669" y="97266"/>
                </a:lnTo>
                <a:cubicBezTo>
                  <a:pt x="-880" y="93717"/>
                  <a:pt x="-880" y="87954"/>
                  <a:pt x="2669" y="84405"/>
                </a:cubicBezTo>
                <a:cubicBezTo>
                  <a:pt x="6218" y="80856"/>
                  <a:pt x="11981" y="80856"/>
                  <a:pt x="15530" y="84405"/>
                </a:cubicBezTo>
                <a:lnTo>
                  <a:pt x="44346" y="113221"/>
                </a:lnTo>
                <a:lnTo>
                  <a:pt x="110780" y="21889"/>
                </a:lnTo>
                <a:cubicBezTo>
                  <a:pt x="113732" y="17829"/>
                  <a:pt x="119410" y="16921"/>
                  <a:pt x="123470" y="1987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4" name="Text 22"/>
          <p:cNvSpPr/>
          <p:nvPr/>
        </p:nvSpPr>
        <p:spPr>
          <a:xfrm>
            <a:off x="845878" y="4716605"/>
            <a:ext cx="1816990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Thiết kế cấu trúc lớp và module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2446" y="5043566"/>
            <a:ext cx="127189" cy="145359"/>
          </a:xfrm>
          <a:custGeom>
            <a:avLst/>
            <a:gdLst/>
            <a:ahLst/>
            <a:cxnLst/>
            <a:rect l="l" t="t" r="r" b="b"/>
            <a:pathLst>
              <a:path w="127189" h="145359">
                <a:moveTo>
                  <a:pt x="123442" y="19902"/>
                </a:moveTo>
                <a:cubicBezTo>
                  <a:pt x="127502" y="22854"/>
                  <a:pt x="128410" y="28532"/>
                  <a:pt x="125457" y="32592"/>
                </a:cubicBezTo>
                <a:lnTo>
                  <a:pt x="52778" y="132527"/>
                </a:lnTo>
                <a:cubicBezTo>
                  <a:pt x="51216" y="134684"/>
                  <a:pt x="48803" y="136019"/>
                  <a:pt x="46135" y="136246"/>
                </a:cubicBezTo>
                <a:cubicBezTo>
                  <a:pt x="43466" y="136473"/>
                  <a:pt x="40882" y="135479"/>
                  <a:pt x="39008" y="133606"/>
                </a:cubicBezTo>
                <a:lnTo>
                  <a:pt x="2669" y="97266"/>
                </a:lnTo>
                <a:cubicBezTo>
                  <a:pt x="-880" y="93717"/>
                  <a:pt x="-880" y="87954"/>
                  <a:pt x="2669" y="84405"/>
                </a:cubicBezTo>
                <a:cubicBezTo>
                  <a:pt x="6218" y="80856"/>
                  <a:pt x="11981" y="80856"/>
                  <a:pt x="15530" y="84405"/>
                </a:cubicBezTo>
                <a:lnTo>
                  <a:pt x="44346" y="113221"/>
                </a:lnTo>
                <a:lnTo>
                  <a:pt x="110780" y="21889"/>
                </a:lnTo>
                <a:cubicBezTo>
                  <a:pt x="113732" y="17829"/>
                  <a:pt x="119410" y="16921"/>
                  <a:pt x="123470" y="1987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6" name="Text 24"/>
          <p:cNvSpPr/>
          <p:nvPr/>
        </p:nvSpPr>
        <p:spPr>
          <a:xfrm>
            <a:off x="845878" y="5007288"/>
            <a:ext cx="1290063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Đề xuất API endpoints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2446" y="5334248"/>
            <a:ext cx="127189" cy="145359"/>
          </a:xfrm>
          <a:custGeom>
            <a:avLst/>
            <a:gdLst/>
            <a:ahLst/>
            <a:cxnLst/>
            <a:rect l="l" t="t" r="r" b="b"/>
            <a:pathLst>
              <a:path w="127189" h="145359">
                <a:moveTo>
                  <a:pt x="123442" y="19902"/>
                </a:moveTo>
                <a:cubicBezTo>
                  <a:pt x="127502" y="22854"/>
                  <a:pt x="128410" y="28532"/>
                  <a:pt x="125457" y="32592"/>
                </a:cubicBezTo>
                <a:lnTo>
                  <a:pt x="52778" y="132527"/>
                </a:lnTo>
                <a:cubicBezTo>
                  <a:pt x="51216" y="134684"/>
                  <a:pt x="48803" y="136019"/>
                  <a:pt x="46135" y="136246"/>
                </a:cubicBezTo>
                <a:cubicBezTo>
                  <a:pt x="43466" y="136473"/>
                  <a:pt x="40882" y="135479"/>
                  <a:pt x="39008" y="133606"/>
                </a:cubicBezTo>
                <a:lnTo>
                  <a:pt x="2669" y="97266"/>
                </a:lnTo>
                <a:cubicBezTo>
                  <a:pt x="-880" y="93717"/>
                  <a:pt x="-880" y="87954"/>
                  <a:pt x="2669" y="84405"/>
                </a:cubicBezTo>
                <a:cubicBezTo>
                  <a:pt x="6218" y="80856"/>
                  <a:pt x="11981" y="80856"/>
                  <a:pt x="15530" y="84405"/>
                </a:cubicBezTo>
                <a:lnTo>
                  <a:pt x="44346" y="113221"/>
                </a:lnTo>
                <a:lnTo>
                  <a:pt x="110780" y="21889"/>
                </a:lnTo>
                <a:cubicBezTo>
                  <a:pt x="113732" y="17829"/>
                  <a:pt x="119410" y="16921"/>
                  <a:pt x="123470" y="1987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8" name="Text 26"/>
          <p:cNvSpPr/>
          <p:nvPr/>
        </p:nvSpPr>
        <p:spPr>
          <a:xfrm>
            <a:off x="845878" y="5297980"/>
            <a:ext cx="1262808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Tạo sơ đồ luồng xử lý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2446" y="5624940"/>
            <a:ext cx="127189" cy="145359"/>
          </a:xfrm>
          <a:custGeom>
            <a:avLst/>
            <a:gdLst/>
            <a:ahLst/>
            <a:cxnLst/>
            <a:rect l="l" t="t" r="r" b="b"/>
            <a:pathLst>
              <a:path w="127189" h="145359">
                <a:moveTo>
                  <a:pt x="123442" y="19902"/>
                </a:moveTo>
                <a:cubicBezTo>
                  <a:pt x="127502" y="22854"/>
                  <a:pt x="128410" y="28532"/>
                  <a:pt x="125457" y="32592"/>
                </a:cubicBezTo>
                <a:lnTo>
                  <a:pt x="52778" y="132527"/>
                </a:lnTo>
                <a:cubicBezTo>
                  <a:pt x="51216" y="134684"/>
                  <a:pt x="48803" y="136019"/>
                  <a:pt x="46135" y="136246"/>
                </a:cubicBezTo>
                <a:cubicBezTo>
                  <a:pt x="43466" y="136473"/>
                  <a:pt x="40882" y="135479"/>
                  <a:pt x="39008" y="133606"/>
                </a:cubicBezTo>
                <a:lnTo>
                  <a:pt x="2669" y="97266"/>
                </a:lnTo>
                <a:cubicBezTo>
                  <a:pt x="-880" y="93717"/>
                  <a:pt x="-880" y="87954"/>
                  <a:pt x="2669" y="84405"/>
                </a:cubicBezTo>
                <a:cubicBezTo>
                  <a:pt x="6218" y="80856"/>
                  <a:pt x="11981" y="80856"/>
                  <a:pt x="15530" y="84405"/>
                </a:cubicBezTo>
                <a:lnTo>
                  <a:pt x="44346" y="113221"/>
                </a:lnTo>
                <a:lnTo>
                  <a:pt x="110780" y="21889"/>
                </a:lnTo>
                <a:cubicBezTo>
                  <a:pt x="113732" y="17829"/>
                  <a:pt x="119410" y="16921"/>
                  <a:pt x="123470" y="1987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0" name="Text 28"/>
          <p:cNvSpPr/>
          <p:nvPr/>
        </p:nvSpPr>
        <p:spPr>
          <a:xfrm>
            <a:off x="845878" y="5588662"/>
            <a:ext cx="1789735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Giảm thờI gian thiết kế ban đầu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1045" y="1204225"/>
            <a:ext cx="5615507" cy="2699239"/>
          </a:xfrm>
          <a:custGeom>
            <a:avLst/>
            <a:gdLst/>
            <a:ahLst/>
            <a:cxnLst/>
            <a:rect l="l" t="t" r="r" b="b"/>
            <a:pathLst>
              <a:path w="5615507" h="2699239">
                <a:moveTo>
                  <a:pt x="109022" y="0"/>
                </a:moveTo>
                <a:lnTo>
                  <a:pt x="5506485" y="0"/>
                </a:lnTo>
                <a:cubicBezTo>
                  <a:pt x="5566696" y="0"/>
                  <a:pt x="5615507" y="48811"/>
                  <a:pt x="5615507" y="109022"/>
                </a:cubicBezTo>
                <a:lnTo>
                  <a:pt x="5615507" y="2590217"/>
                </a:lnTo>
                <a:cubicBezTo>
                  <a:pt x="5615507" y="2650428"/>
                  <a:pt x="5566696" y="2699239"/>
                  <a:pt x="5506485" y="2699239"/>
                </a:cubicBezTo>
                <a:lnTo>
                  <a:pt x="109022" y="2699239"/>
                </a:lnTo>
                <a:cubicBezTo>
                  <a:pt x="48811" y="2699239"/>
                  <a:pt x="0" y="2650428"/>
                  <a:pt x="0" y="2590217"/>
                </a:cubicBezTo>
                <a:lnTo>
                  <a:pt x="0" y="109022"/>
                </a:lnTo>
                <a:cubicBezTo>
                  <a:pt x="0" y="48851"/>
                  <a:pt x="48851" y="0"/>
                  <a:pt x="109022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4111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20504" y="1427251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0" y="28390"/>
                </a:moveTo>
                <a:cubicBezTo>
                  <a:pt x="0" y="18986"/>
                  <a:pt x="7630" y="11356"/>
                  <a:pt x="17034" y="11356"/>
                </a:cubicBezTo>
                <a:lnTo>
                  <a:pt x="51103" y="11356"/>
                </a:lnTo>
                <a:cubicBezTo>
                  <a:pt x="60507" y="11356"/>
                  <a:pt x="68137" y="18986"/>
                  <a:pt x="68137" y="28390"/>
                </a:cubicBezTo>
                <a:lnTo>
                  <a:pt x="68137" y="34069"/>
                </a:lnTo>
                <a:lnTo>
                  <a:pt x="113562" y="34069"/>
                </a:lnTo>
                <a:lnTo>
                  <a:pt x="113562" y="28390"/>
                </a:lnTo>
                <a:cubicBezTo>
                  <a:pt x="113562" y="18986"/>
                  <a:pt x="121192" y="11356"/>
                  <a:pt x="130596" y="11356"/>
                </a:cubicBezTo>
                <a:lnTo>
                  <a:pt x="164665" y="11356"/>
                </a:lnTo>
                <a:cubicBezTo>
                  <a:pt x="174069" y="11356"/>
                  <a:pt x="181699" y="18986"/>
                  <a:pt x="181699" y="28390"/>
                </a:cubicBezTo>
                <a:lnTo>
                  <a:pt x="181699" y="62459"/>
                </a:lnTo>
                <a:cubicBezTo>
                  <a:pt x="181699" y="71863"/>
                  <a:pt x="174069" y="79493"/>
                  <a:pt x="164665" y="79493"/>
                </a:cubicBezTo>
                <a:lnTo>
                  <a:pt x="130596" y="79493"/>
                </a:lnTo>
                <a:cubicBezTo>
                  <a:pt x="121192" y="79493"/>
                  <a:pt x="113562" y="71863"/>
                  <a:pt x="113562" y="62459"/>
                </a:cubicBezTo>
                <a:lnTo>
                  <a:pt x="113562" y="56781"/>
                </a:lnTo>
                <a:lnTo>
                  <a:pt x="68137" y="56781"/>
                </a:lnTo>
                <a:lnTo>
                  <a:pt x="68137" y="62459"/>
                </a:lnTo>
                <a:cubicBezTo>
                  <a:pt x="68137" y="65050"/>
                  <a:pt x="67534" y="67534"/>
                  <a:pt x="66505" y="69734"/>
                </a:cubicBezTo>
                <a:lnTo>
                  <a:pt x="90849" y="102206"/>
                </a:lnTo>
                <a:lnTo>
                  <a:pt x="119240" y="102206"/>
                </a:lnTo>
                <a:cubicBezTo>
                  <a:pt x="128644" y="102206"/>
                  <a:pt x="136274" y="109836"/>
                  <a:pt x="136274" y="119240"/>
                </a:cubicBezTo>
                <a:lnTo>
                  <a:pt x="136274" y="153308"/>
                </a:lnTo>
                <a:cubicBezTo>
                  <a:pt x="136274" y="162713"/>
                  <a:pt x="128644" y="170343"/>
                  <a:pt x="119240" y="170343"/>
                </a:cubicBezTo>
                <a:lnTo>
                  <a:pt x="85171" y="170343"/>
                </a:lnTo>
                <a:cubicBezTo>
                  <a:pt x="75767" y="170343"/>
                  <a:pt x="68137" y="162713"/>
                  <a:pt x="68137" y="153308"/>
                </a:cubicBezTo>
                <a:lnTo>
                  <a:pt x="68137" y="119240"/>
                </a:lnTo>
                <a:cubicBezTo>
                  <a:pt x="68137" y="116649"/>
                  <a:pt x="68740" y="114165"/>
                  <a:pt x="69770" y="111965"/>
                </a:cubicBezTo>
                <a:lnTo>
                  <a:pt x="45425" y="79493"/>
                </a:lnTo>
                <a:lnTo>
                  <a:pt x="17034" y="79493"/>
                </a:lnTo>
                <a:cubicBezTo>
                  <a:pt x="7630" y="79493"/>
                  <a:pt x="0" y="71863"/>
                  <a:pt x="0" y="62459"/>
                </a:cubicBezTo>
                <a:lnTo>
                  <a:pt x="0" y="2839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3" name="Text 31"/>
          <p:cNvSpPr/>
          <p:nvPr/>
        </p:nvSpPr>
        <p:spPr>
          <a:xfrm>
            <a:off x="6733903" y="1390973"/>
            <a:ext cx="1671630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Tác động đến SDLC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97791" y="1790489"/>
            <a:ext cx="290718" cy="290718"/>
          </a:xfrm>
          <a:custGeom>
            <a:avLst/>
            <a:gdLst/>
            <a:ahLst/>
            <a:cxnLst/>
            <a:rect l="l" t="t" r="r" b="b"/>
            <a:pathLst>
              <a:path w="290718" h="290718">
                <a:moveTo>
                  <a:pt x="72680" y="0"/>
                </a:moveTo>
                <a:lnTo>
                  <a:pt x="218039" y="0"/>
                </a:lnTo>
                <a:cubicBezTo>
                  <a:pt x="258152" y="0"/>
                  <a:pt x="290718" y="32567"/>
                  <a:pt x="290718" y="72680"/>
                </a:cubicBezTo>
                <a:lnTo>
                  <a:pt x="290718" y="218039"/>
                </a:lnTo>
                <a:cubicBezTo>
                  <a:pt x="290718" y="258152"/>
                  <a:pt x="258152" y="290718"/>
                  <a:pt x="218039" y="290718"/>
                </a:cubicBezTo>
                <a:lnTo>
                  <a:pt x="72680" y="290718"/>
                </a:lnTo>
                <a:cubicBezTo>
                  <a:pt x="32567" y="290718"/>
                  <a:pt x="0" y="258152"/>
                  <a:pt x="0" y="218039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77347" y="1872191"/>
            <a:ext cx="127189" cy="127189"/>
          </a:xfrm>
          <a:custGeom>
            <a:avLst/>
            <a:gdLst/>
            <a:ahLst/>
            <a:cxnLst/>
            <a:rect l="l" t="t" r="r" b="b"/>
            <a:pathLst>
              <a:path w="127189" h="127189">
                <a:moveTo>
                  <a:pt x="103341" y="51671"/>
                </a:moveTo>
                <a:cubicBezTo>
                  <a:pt x="103341" y="63073"/>
                  <a:pt x="99640" y="73606"/>
                  <a:pt x="93405" y="82151"/>
                </a:cubicBezTo>
                <a:lnTo>
                  <a:pt x="124854" y="113626"/>
                </a:lnTo>
                <a:cubicBezTo>
                  <a:pt x="127959" y="116731"/>
                  <a:pt x="127959" y="121774"/>
                  <a:pt x="124854" y="124879"/>
                </a:cubicBezTo>
                <a:cubicBezTo>
                  <a:pt x="121749" y="127984"/>
                  <a:pt x="116706" y="127984"/>
                  <a:pt x="113601" y="124879"/>
                </a:cubicBezTo>
                <a:lnTo>
                  <a:pt x="82151" y="93405"/>
                </a:lnTo>
                <a:cubicBezTo>
                  <a:pt x="73606" y="99640"/>
                  <a:pt x="63073" y="103341"/>
                  <a:pt x="51671" y="103341"/>
                </a:cubicBezTo>
                <a:cubicBezTo>
                  <a:pt x="23128" y="103341"/>
                  <a:pt x="0" y="80214"/>
                  <a:pt x="0" y="51671"/>
                </a:cubicBezTo>
                <a:cubicBezTo>
                  <a:pt x="0" y="23128"/>
                  <a:pt x="23128" y="0"/>
                  <a:pt x="51671" y="0"/>
                </a:cubicBezTo>
                <a:cubicBezTo>
                  <a:pt x="80214" y="0"/>
                  <a:pt x="103341" y="23128"/>
                  <a:pt x="103341" y="51671"/>
                </a:cubicBezTo>
                <a:close/>
                <a:moveTo>
                  <a:pt x="51671" y="87443"/>
                </a:moveTo>
                <a:cubicBezTo>
                  <a:pt x="71414" y="87443"/>
                  <a:pt x="87443" y="71414"/>
                  <a:pt x="87443" y="51671"/>
                </a:cubicBezTo>
                <a:cubicBezTo>
                  <a:pt x="87443" y="31928"/>
                  <a:pt x="71414" y="15899"/>
                  <a:pt x="51671" y="15899"/>
                </a:cubicBezTo>
                <a:cubicBezTo>
                  <a:pt x="31928" y="15899"/>
                  <a:pt x="15899" y="31928"/>
                  <a:pt x="15899" y="51671"/>
                </a:cubicBezTo>
                <a:cubicBezTo>
                  <a:pt x="15899" y="71414"/>
                  <a:pt x="31928" y="87443"/>
                  <a:pt x="51671" y="8744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6" name="Text 34"/>
          <p:cNvSpPr/>
          <p:nvPr/>
        </p:nvSpPr>
        <p:spPr>
          <a:xfrm>
            <a:off x="6797466" y="1790489"/>
            <a:ext cx="1299148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Phân tích yêu cầu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97466" y="2008625"/>
            <a:ext cx="1290063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hỗ trợ hiểu yêu cầu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7791" y="2299157"/>
            <a:ext cx="290718" cy="290718"/>
          </a:xfrm>
          <a:custGeom>
            <a:avLst/>
            <a:gdLst/>
            <a:ahLst/>
            <a:cxnLst/>
            <a:rect l="l" t="t" r="r" b="b"/>
            <a:pathLst>
              <a:path w="290718" h="290718">
                <a:moveTo>
                  <a:pt x="72680" y="0"/>
                </a:moveTo>
                <a:lnTo>
                  <a:pt x="218039" y="0"/>
                </a:lnTo>
                <a:cubicBezTo>
                  <a:pt x="258152" y="0"/>
                  <a:pt x="290718" y="32567"/>
                  <a:pt x="290718" y="72680"/>
                </a:cubicBezTo>
                <a:lnTo>
                  <a:pt x="290718" y="218039"/>
                </a:lnTo>
                <a:cubicBezTo>
                  <a:pt x="290718" y="258152"/>
                  <a:pt x="258152" y="290718"/>
                  <a:pt x="218039" y="290718"/>
                </a:cubicBezTo>
                <a:lnTo>
                  <a:pt x="72680" y="290718"/>
                </a:lnTo>
                <a:cubicBezTo>
                  <a:pt x="32567" y="290718"/>
                  <a:pt x="0" y="258152"/>
                  <a:pt x="0" y="218039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77347" y="2380860"/>
            <a:ext cx="127189" cy="127189"/>
          </a:xfrm>
          <a:custGeom>
            <a:avLst/>
            <a:gdLst/>
            <a:ahLst/>
            <a:cxnLst/>
            <a:rect l="l" t="t" r="r" b="b"/>
            <a:pathLst>
              <a:path w="127189" h="127189">
                <a:moveTo>
                  <a:pt x="24668" y="63619"/>
                </a:moveTo>
                <a:lnTo>
                  <a:pt x="41908" y="33834"/>
                </a:lnTo>
                <a:cubicBezTo>
                  <a:pt x="40517" y="30804"/>
                  <a:pt x="39722" y="27425"/>
                  <a:pt x="39722" y="23848"/>
                </a:cubicBezTo>
                <a:cubicBezTo>
                  <a:pt x="39722" y="10682"/>
                  <a:pt x="50404" y="0"/>
                  <a:pt x="63570" y="0"/>
                </a:cubicBezTo>
                <a:cubicBezTo>
                  <a:pt x="76736" y="0"/>
                  <a:pt x="87418" y="10682"/>
                  <a:pt x="87418" y="23848"/>
                </a:cubicBezTo>
                <a:cubicBezTo>
                  <a:pt x="87418" y="27400"/>
                  <a:pt x="86648" y="30779"/>
                  <a:pt x="85232" y="33834"/>
                </a:cubicBezTo>
                <a:lnTo>
                  <a:pt x="96261" y="52888"/>
                </a:lnTo>
                <a:cubicBezTo>
                  <a:pt x="90523" y="59347"/>
                  <a:pt x="82921" y="64091"/>
                  <a:pt x="74301" y="66253"/>
                </a:cubicBezTo>
                <a:lnTo>
                  <a:pt x="63595" y="47671"/>
                </a:lnTo>
                <a:lnTo>
                  <a:pt x="46677" y="76885"/>
                </a:lnTo>
                <a:cubicBezTo>
                  <a:pt x="52018" y="78574"/>
                  <a:pt x="57682" y="79493"/>
                  <a:pt x="63595" y="79493"/>
                </a:cubicBezTo>
                <a:cubicBezTo>
                  <a:pt x="81158" y="79493"/>
                  <a:pt x="96833" y="71370"/>
                  <a:pt x="107043" y="58626"/>
                </a:cubicBezTo>
                <a:cubicBezTo>
                  <a:pt x="109800" y="55198"/>
                  <a:pt x="114793" y="54652"/>
                  <a:pt x="118221" y="57384"/>
                </a:cubicBezTo>
                <a:cubicBezTo>
                  <a:pt x="121650" y="60117"/>
                  <a:pt x="122196" y="65135"/>
                  <a:pt x="119464" y="68563"/>
                </a:cubicBezTo>
                <a:cubicBezTo>
                  <a:pt x="106372" y="84909"/>
                  <a:pt x="86201" y="95392"/>
                  <a:pt x="63619" y="95392"/>
                </a:cubicBezTo>
                <a:cubicBezTo>
                  <a:pt x="54826" y="95392"/>
                  <a:pt x="46379" y="93802"/>
                  <a:pt x="38604" y="90896"/>
                </a:cubicBezTo>
                <a:lnTo>
                  <a:pt x="24519" y="115191"/>
                </a:lnTo>
                <a:cubicBezTo>
                  <a:pt x="23351" y="117203"/>
                  <a:pt x="21612" y="118842"/>
                  <a:pt x="19526" y="119886"/>
                </a:cubicBezTo>
                <a:lnTo>
                  <a:pt x="5763" y="126767"/>
                </a:lnTo>
                <a:cubicBezTo>
                  <a:pt x="4521" y="127388"/>
                  <a:pt x="3056" y="127313"/>
                  <a:pt x="1888" y="126593"/>
                </a:cubicBezTo>
                <a:cubicBezTo>
                  <a:pt x="720" y="125873"/>
                  <a:pt x="0" y="124581"/>
                  <a:pt x="0" y="123215"/>
                </a:cubicBezTo>
                <a:lnTo>
                  <a:pt x="0" y="109452"/>
                </a:lnTo>
                <a:cubicBezTo>
                  <a:pt x="0" y="107366"/>
                  <a:pt x="547" y="105304"/>
                  <a:pt x="1615" y="103465"/>
                </a:cubicBezTo>
                <a:lnTo>
                  <a:pt x="16520" y="77705"/>
                </a:lnTo>
                <a:cubicBezTo>
                  <a:pt x="13340" y="74922"/>
                  <a:pt x="10409" y="71867"/>
                  <a:pt x="7751" y="68563"/>
                </a:cubicBezTo>
                <a:cubicBezTo>
                  <a:pt x="4993" y="65135"/>
                  <a:pt x="5565" y="60142"/>
                  <a:pt x="8993" y="57384"/>
                </a:cubicBezTo>
                <a:cubicBezTo>
                  <a:pt x="12421" y="54627"/>
                  <a:pt x="17414" y="55198"/>
                  <a:pt x="20171" y="58626"/>
                </a:cubicBezTo>
                <a:cubicBezTo>
                  <a:pt x="21587" y="60390"/>
                  <a:pt x="23103" y="62054"/>
                  <a:pt x="24693" y="63619"/>
                </a:cubicBezTo>
                <a:close/>
                <a:moveTo>
                  <a:pt x="94672" y="101329"/>
                </a:moveTo>
                <a:cubicBezTo>
                  <a:pt x="102745" y="98100"/>
                  <a:pt x="110173" y="93628"/>
                  <a:pt x="116756" y="88188"/>
                </a:cubicBezTo>
                <a:lnTo>
                  <a:pt x="125599" y="103465"/>
                </a:lnTo>
                <a:cubicBezTo>
                  <a:pt x="126643" y="105279"/>
                  <a:pt x="127214" y="107341"/>
                  <a:pt x="127214" y="109452"/>
                </a:cubicBezTo>
                <a:lnTo>
                  <a:pt x="127214" y="123215"/>
                </a:lnTo>
                <a:cubicBezTo>
                  <a:pt x="127214" y="124581"/>
                  <a:pt x="126494" y="125873"/>
                  <a:pt x="125326" y="126593"/>
                </a:cubicBezTo>
                <a:cubicBezTo>
                  <a:pt x="124159" y="127313"/>
                  <a:pt x="122693" y="127388"/>
                  <a:pt x="121451" y="126767"/>
                </a:cubicBezTo>
                <a:lnTo>
                  <a:pt x="107689" y="119886"/>
                </a:lnTo>
                <a:cubicBezTo>
                  <a:pt x="105602" y="118842"/>
                  <a:pt x="103863" y="117203"/>
                  <a:pt x="102695" y="115191"/>
                </a:cubicBezTo>
                <a:lnTo>
                  <a:pt x="94672" y="101329"/>
                </a:lnTo>
                <a:close/>
                <a:moveTo>
                  <a:pt x="63595" y="31797"/>
                </a:moveTo>
                <a:cubicBezTo>
                  <a:pt x="67982" y="31797"/>
                  <a:pt x="71544" y="28235"/>
                  <a:pt x="71544" y="23848"/>
                </a:cubicBezTo>
                <a:cubicBezTo>
                  <a:pt x="71544" y="19461"/>
                  <a:pt x="67982" y="15899"/>
                  <a:pt x="63595" y="15899"/>
                </a:cubicBezTo>
                <a:cubicBezTo>
                  <a:pt x="59207" y="15899"/>
                  <a:pt x="55645" y="19461"/>
                  <a:pt x="55645" y="23848"/>
                </a:cubicBezTo>
                <a:cubicBezTo>
                  <a:pt x="55645" y="28235"/>
                  <a:pt x="59207" y="31797"/>
                  <a:pt x="63595" y="3179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0" name="Text 38"/>
          <p:cNvSpPr/>
          <p:nvPr/>
        </p:nvSpPr>
        <p:spPr>
          <a:xfrm>
            <a:off x="6797466" y="2299157"/>
            <a:ext cx="1208298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Thiết kế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97466" y="2517285"/>
            <a:ext cx="1199213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Tự động hóa thiết kế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97791" y="2807817"/>
            <a:ext cx="290718" cy="290718"/>
          </a:xfrm>
          <a:custGeom>
            <a:avLst/>
            <a:gdLst/>
            <a:ahLst/>
            <a:cxnLst/>
            <a:rect l="l" t="t" r="r" b="b"/>
            <a:pathLst>
              <a:path w="290718" h="290718">
                <a:moveTo>
                  <a:pt x="72680" y="0"/>
                </a:moveTo>
                <a:lnTo>
                  <a:pt x="218039" y="0"/>
                </a:lnTo>
                <a:cubicBezTo>
                  <a:pt x="258152" y="0"/>
                  <a:pt x="290718" y="32567"/>
                  <a:pt x="290718" y="72680"/>
                </a:cubicBezTo>
                <a:lnTo>
                  <a:pt x="290718" y="218039"/>
                </a:lnTo>
                <a:cubicBezTo>
                  <a:pt x="290718" y="258152"/>
                  <a:pt x="258152" y="290718"/>
                  <a:pt x="218039" y="290718"/>
                </a:cubicBezTo>
                <a:lnTo>
                  <a:pt x="72680" y="290718"/>
                </a:lnTo>
                <a:cubicBezTo>
                  <a:pt x="32567" y="290718"/>
                  <a:pt x="0" y="258152"/>
                  <a:pt x="0" y="218039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69398" y="2889519"/>
            <a:ext cx="143088" cy="127189"/>
          </a:xfrm>
          <a:custGeom>
            <a:avLst/>
            <a:gdLst/>
            <a:ahLst/>
            <a:cxnLst/>
            <a:rect l="l" t="t" r="r" b="b"/>
            <a:pathLst>
              <a:path w="143088" h="127189">
                <a:moveTo>
                  <a:pt x="89629" y="298"/>
                </a:moveTo>
                <a:cubicBezTo>
                  <a:pt x="85406" y="-919"/>
                  <a:pt x="81009" y="1540"/>
                  <a:pt x="79791" y="5763"/>
                </a:cubicBezTo>
                <a:lnTo>
                  <a:pt x="47994" y="117054"/>
                </a:lnTo>
                <a:cubicBezTo>
                  <a:pt x="46777" y="121277"/>
                  <a:pt x="49236" y="125674"/>
                  <a:pt x="53459" y="126891"/>
                </a:cubicBezTo>
                <a:cubicBezTo>
                  <a:pt x="57682" y="128108"/>
                  <a:pt x="62079" y="125649"/>
                  <a:pt x="63297" y="121426"/>
                </a:cubicBezTo>
                <a:lnTo>
                  <a:pt x="95094" y="10135"/>
                </a:lnTo>
                <a:cubicBezTo>
                  <a:pt x="96311" y="5912"/>
                  <a:pt x="93852" y="1515"/>
                  <a:pt x="89629" y="298"/>
                </a:cubicBezTo>
                <a:close/>
                <a:moveTo>
                  <a:pt x="105676" y="34108"/>
                </a:moveTo>
                <a:cubicBezTo>
                  <a:pt x="102571" y="37213"/>
                  <a:pt x="102571" y="42256"/>
                  <a:pt x="105676" y="45361"/>
                </a:cubicBezTo>
                <a:lnTo>
                  <a:pt x="123910" y="63595"/>
                </a:lnTo>
                <a:lnTo>
                  <a:pt x="105676" y="81828"/>
                </a:lnTo>
                <a:cubicBezTo>
                  <a:pt x="102571" y="84934"/>
                  <a:pt x="102571" y="89976"/>
                  <a:pt x="105676" y="93082"/>
                </a:cubicBezTo>
                <a:cubicBezTo>
                  <a:pt x="108782" y="96187"/>
                  <a:pt x="113824" y="96187"/>
                  <a:pt x="116930" y="93082"/>
                </a:cubicBezTo>
                <a:lnTo>
                  <a:pt x="140778" y="69234"/>
                </a:lnTo>
                <a:cubicBezTo>
                  <a:pt x="143883" y="66128"/>
                  <a:pt x="143883" y="61086"/>
                  <a:pt x="140778" y="57980"/>
                </a:cubicBezTo>
                <a:lnTo>
                  <a:pt x="116930" y="34132"/>
                </a:lnTo>
                <a:cubicBezTo>
                  <a:pt x="113824" y="31027"/>
                  <a:pt x="108782" y="31027"/>
                  <a:pt x="105676" y="34132"/>
                </a:cubicBezTo>
                <a:close/>
                <a:moveTo>
                  <a:pt x="37436" y="34108"/>
                </a:moveTo>
                <a:cubicBezTo>
                  <a:pt x="34331" y="31002"/>
                  <a:pt x="29288" y="31002"/>
                  <a:pt x="26183" y="34108"/>
                </a:cubicBezTo>
                <a:lnTo>
                  <a:pt x="2335" y="57956"/>
                </a:lnTo>
                <a:cubicBezTo>
                  <a:pt x="-770" y="61061"/>
                  <a:pt x="-770" y="66104"/>
                  <a:pt x="2335" y="69209"/>
                </a:cubicBezTo>
                <a:lnTo>
                  <a:pt x="26183" y="93057"/>
                </a:lnTo>
                <a:cubicBezTo>
                  <a:pt x="29288" y="96162"/>
                  <a:pt x="34331" y="96162"/>
                  <a:pt x="37436" y="93057"/>
                </a:cubicBezTo>
                <a:cubicBezTo>
                  <a:pt x="40542" y="89952"/>
                  <a:pt x="40542" y="84909"/>
                  <a:pt x="37436" y="81804"/>
                </a:cubicBezTo>
                <a:lnTo>
                  <a:pt x="19203" y="63595"/>
                </a:lnTo>
                <a:lnTo>
                  <a:pt x="37412" y="45361"/>
                </a:lnTo>
                <a:cubicBezTo>
                  <a:pt x="40517" y="42256"/>
                  <a:pt x="40517" y="37213"/>
                  <a:pt x="37412" y="3410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4" name="Text 42"/>
          <p:cNvSpPr/>
          <p:nvPr/>
        </p:nvSpPr>
        <p:spPr>
          <a:xfrm>
            <a:off x="6797466" y="2807817"/>
            <a:ext cx="1353657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Phát triển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97466" y="3025953"/>
            <a:ext cx="134457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Sinh code nhanh chóng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97791" y="3316476"/>
            <a:ext cx="290718" cy="290718"/>
          </a:xfrm>
          <a:custGeom>
            <a:avLst/>
            <a:gdLst/>
            <a:ahLst/>
            <a:cxnLst/>
            <a:rect l="l" t="t" r="r" b="b"/>
            <a:pathLst>
              <a:path w="290718" h="290718">
                <a:moveTo>
                  <a:pt x="72680" y="0"/>
                </a:moveTo>
                <a:lnTo>
                  <a:pt x="218039" y="0"/>
                </a:lnTo>
                <a:cubicBezTo>
                  <a:pt x="258152" y="0"/>
                  <a:pt x="290718" y="32567"/>
                  <a:pt x="290718" y="72680"/>
                </a:cubicBezTo>
                <a:lnTo>
                  <a:pt x="290718" y="218039"/>
                </a:lnTo>
                <a:cubicBezTo>
                  <a:pt x="290718" y="258152"/>
                  <a:pt x="258152" y="290718"/>
                  <a:pt x="218039" y="290718"/>
                </a:cubicBezTo>
                <a:lnTo>
                  <a:pt x="72680" y="290718"/>
                </a:lnTo>
                <a:cubicBezTo>
                  <a:pt x="32567" y="290718"/>
                  <a:pt x="0" y="258152"/>
                  <a:pt x="0" y="218039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347" y="3398179"/>
            <a:ext cx="127189" cy="127189"/>
          </a:xfrm>
          <a:custGeom>
            <a:avLst/>
            <a:gdLst/>
            <a:ahLst/>
            <a:cxnLst/>
            <a:rect l="l" t="t" r="r" b="b"/>
            <a:pathLst>
              <a:path w="127189" h="127189">
                <a:moveTo>
                  <a:pt x="85108" y="2335"/>
                </a:moveTo>
                <a:cubicBezTo>
                  <a:pt x="82002" y="-770"/>
                  <a:pt x="76959" y="-770"/>
                  <a:pt x="73854" y="2335"/>
                </a:cubicBezTo>
                <a:cubicBezTo>
                  <a:pt x="70749" y="5440"/>
                  <a:pt x="70749" y="10483"/>
                  <a:pt x="73854" y="13588"/>
                </a:cubicBezTo>
                <a:lnTo>
                  <a:pt x="76189" y="15899"/>
                </a:lnTo>
                <a:lnTo>
                  <a:pt x="6981" y="85108"/>
                </a:lnTo>
                <a:cubicBezTo>
                  <a:pt x="2509" y="89579"/>
                  <a:pt x="0" y="95640"/>
                  <a:pt x="0" y="101975"/>
                </a:cubicBezTo>
                <a:lnTo>
                  <a:pt x="0" y="103341"/>
                </a:lnTo>
                <a:cubicBezTo>
                  <a:pt x="0" y="116507"/>
                  <a:pt x="10682" y="127189"/>
                  <a:pt x="23848" y="127189"/>
                </a:cubicBezTo>
                <a:lnTo>
                  <a:pt x="25214" y="127189"/>
                </a:lnTo>
                <a:cubicBezTo>
                  <a:pt x="31549" y="127189"/>
                  <a:pt x="37610" y="124680"/>
                  <a:pt x="42082" y="120209"/>
                </a:cubicBezTo>
                <a:lnTo>
                  <a:pt x="111291" y="51000"/>
                </a:lnTo>
                <a:lnTo>
                  <a:pt x="113626" y="53335"/>
                </a:lnTo>
                <a:cubicBezTo>
                  <a:pt x="116731" y="56440"/>
                  <a:pt x="121774" y="56440"/>
                  <a:pt x="124879" y="53335"/>
                </a:cubicBezTo>
                <a:cubicBezTo>
                  <a:pt x="127984" y="50230"/>
                  <a:pt x="127984" y="45187"/>
                  <a:pt x="124879" y="42082"/>
                </a:cubicBezTo>
                <a:lnTo>
                  <a:pt x="85132" y="2335"/>
                </a:lnTo>
                <a:close/>
                <a:moveTo>
                  <a:pt x="51000" y="63595"/>
                </a:moveTo>
                <a:lnTo>
                  <a:pt x="87443" y="27152"/>
                </a:lnTo>
                <a:lnTo>
                  <a:pt x="100037" y="39747"/>
                </a:lnTo>
                <a:lnTo>
                  <a:pt x="76189" y="63595"/>
                </a:lnTo>
                <a:lnTo>
                  <a:pt x="50975" y="6359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8" name="Text 46"/>
          <p:cNvSpPr/>
          <p:nvPr/>
        </p:nvSpPr>
        <p:spPr>
          <a:xfrm>
            <a:off x="6797466" y="3316476"/>
            <a:ext cx="1317317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Kiểm thử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97466" y="3534613"/>
            <a:ext cx="130823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Tự động tạo test cases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11045" y="4094693"/>
            <a:ext cx="5615507" cy="2753749"/>
          </a:xfrm>
          <a:custGeom>
            <a:avLst/>
            <a:gdLst/>
            <a:ahLst/>
            <a:cxnLst/>
            <a:rect l="l" t="t" r="r" b="b"/>
            <a:pathLst>
              <a:path w="5615507" h="2753749">
                <a:moveTo>
                  <a:pt x="109021" y="0"/>
                </a:moveTo>
                <a:lnTo>
                  <a:pt x="5506486" y="0"/>
                </a:lnTo>
                <a:cubicBezTo>
                  <a:pt x="5566697" y="0"/>
                  <a:pt x="5615507" y="48810"/>
                  <a:pt x="5615507" y="109021"/>
                </a:cubicBezTo>
                <a:lnTo>
                  <a:pt x="5615507" y="2644728"/>
                </a:lnTo>
                <a:cubicBezTo>
                  <a:pt x="5615507" y="2704938"/>
                  <a:pt x="5566697" y="2753749"/>
                  <a:pt x="5506486" y="2753749"/>
                </a:cubicBezTo>
                <a:lnTo>
                  <a:pt x="109021" y="2753749"/>
                </a:lnTo>
                <a:cubicBezTo>
                  <a:pt x="48810" y="2753749"/>
                  <a:pt x="0" y="2704938"/>
                  <a:pt x="0" y="2644728"/>
                </a:cubicBezTo>
                <a:lnTo>
                  <a:pt x="0" y="109021"/>
                </a:lnTo>
                <a:cubicBezTo>
                  <a:pt x="0" y="48851"/>
                  <a:pt x="48851" y="0"/>
                  <a:pt x="10902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20504" y="4317719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90849" y="181699"/>
                </a:moveTo>
                <a:cubicBezTo>
                  <a:pt x="140991" y="181699"/>
                  <a:pt x="181699" y="140991"/>
                  <a:pt x="181699" y="90849"/>
                </a:cubicBezTo>
                <a:cubicBezTo>
                  <a:pt x="181699" y="40708"/>
                  <a:pt x="140991" y="0"/>
                  <a:pt x="90849" y="0"/>
                </a:cubicBezTo>
                <a:cubicBezTo>
                  <a:pt x="40708" y="0"/>
                  <a:pt x="0" y="40708"/>
                  <a:pt x="0" y="90849"/>
                </a:cubicBezTo>
                <a:cubicBezTo>
                  <a:pt x="0" y="140991"/>
                  <a:pt x="40708" y="181699"/>
                  <a:pt x="90849" y="181699"/>
                </a:cubicBezTo>
                <a:close/>
                <a:moveTo>
                  <a:pt x="90849" y="48264"/>
                </a:moveTo>
                <a:cubicBezTo>
                  <a:pt x="95569" y="48264"/>
                  <a:pt x="99367" y="52061"/>
                  <a:pt x="99367" y="56781"/>
                </a:cubicBezTo>
                <a:lnTo>
                  <a:pt x="99367" y="96528"/>
                </a:lnTo>
                <a:cubicBezTo>
                  <a:pt x="99367" y="101247"/>
                  <a:pt x="95569" y="105045"/>
                  <a:pt x="90849" y="105045"/>
                </a:cubicBezTo>
                <a:cubicBezTo>
                  <a:pt x="86130" y="105045"/>
                  <a:pt x="82332" y="101247"/>
                  <a:pt x="82332" y="96528"/>
                </a:cubicBezTo>
                <a:lnTo>
                  <a:pt x="82332" y="56781"/>
                </a:lnTo>
                <a:cubicBezTo>
                  <a:pt x="82332" y="52061"/>
                  <a:pt x="86130" y="48264"/>
                  <a:pt x="90849" y="48264"/>
                </a:cubicBezTo>
                <a:close/>
                <a:moveTo>
                  <a:pt x="81374" y="124918"/>
                </a:moveTo>
                <a:cubicBezTo>
                  <a:pt x="81159" y="121401"/>
                  <a:pt x="82913" y="118055"/>
                  <a:pt x="85928" y="116231"/>
                </a:cubicBezTo>
                <a:cubicBezTo>
                  <a:pt x="88943" y="114407"/>
                  <a:pt x="92721" y="114407"/>
                  <a:pt x="95736" y="116231"/>
                </a:cubicBezTo>
                <a:cubicBezTo>
                  <a:pt x="98751" y="118055"/>
                  <a:pt x="100505" y="121401"/>
                  <a:pt x="100289" y="124918"/>
                </a:cubicBezTo>
                <a:cubicBezTo>
                  <a:pt x="100505" y="128435"/>
                  <a:pt x="98751" y="131781"/>
                  <a:pt x="95736" y="133605"/>
                </a:cubicBezTo>
                <a:cubicBezTo>
                  <a:pt x="92721" y="135429"/>
                  <a:pt x="88943" y="135429"/>
                  <a:pt x="85928" y="133605"/>
                </a:cubicBezTo>
                <a:cubicBezTo>
                  <a:pt x="82913" y="131781"/>
                  <a:pt x="81159" y="128435"/>
                  <a:pt x="81374" y="12491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2" name="Text 50"/>
          <p:cNvSpPr/>
          <p:nvPr/>
        </p:nvSpPr>
        <p:spPr>
          <a:xfrm>
            <a:off x="6733903" y="4281441"/>
            <a:ext cx="1626206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Yêu cầu quan trọng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97791" y="4680957"/>
            <a:ext cx="5242015" cy="654116"/>
          </a:xfrm>
          <a:custGeom>
            <a:avLst/>
            <a:gdLst/>
            <a:ahLst/>
            <a:cxnLst/>
            <a:rect l="l" t="t" r="r" b="b"/>
            <a:pathLst>
              <a:path w="5242015" h="654116">
                <a:moveTo>
                  <a:pt x="72679" y="0"/>
                </a:moveTo>
                <a:lnTo>
                  <a:pt x="5169336" y="0"/>
                </a:lnTo>
                <a:cubicBezTo>
                  <a:pt x="5209475" y="0"/>
                  <a:pt x="5242015" y="32539"/>
                  <a:pt x="5242015" y="72679"/>
                </a:cubicBezTo>
                <a:lnTo>
                  <a:pt x="5242015" y="581437"/>
                </a:lnTo>
                <a:cubicBezTo>
                  <a:pt x="5242015" y="621577"/>
                  <a:pt x="5209475" y="654116"/>
                  <a:pt x="5169336" y="654116"/>
                </a:cubicBezTo>
                <a:lnTo>
                  <a:pt x="72679" y="654116"/>
                </a:lnTo>
                <a:cubicBezTo>
                  <a:pt x="32539" y="654116"/>
                  <a:pt x="0" y="621577"/>
                  <a:pt x="0" y="581437"/>
                </a:cubicBezTo>
                <a:lnTo>
                  <a:pt x="0" y="72679"/>
                </a:lnTo>
                <a:cubicBezTo>
                  <a:pt x="0" y="32566"/>
                  <a:pt x="32566" y="0"/>
                  <a:pt x="72679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506779" y="4789941"/>
            <a:ext cx="5096656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Kiểm soát chất lượng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06779" y="5044355"/>
            <a:ext cx="5087571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Đảm bảo tính chính xác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97791" y="5443871"/>
            <a:ext cx="5242015" cy="654116"/>
          </a:xfrm>
          <a:custGeom>
            <a:avLst/>
            <a:gdLst/>
            <a:ahLst/>
            <a:cxnLst/>
            <a:rect l="l" t="t" r="r" b="b"/>
            <a:pathLst>
              <a:path w="5242015" h="654116">
                <a:moveTo>
                  <a:pt x="72679" y="0"/>
                </a:moveTo>
                <a:lnTo>
                  <a:pt x="5169336" y="0"/>
                </a:lnTo>
                <a:cubicBezTo>
                  <a:pt x="5209475" y="0"/>
                  <a:pt x="5242015" y="32539"/>
                  <a:pt x="5242015" y="72679"/>
                </a:cubicBezTo>
                <a:lnTo>
                  <a:pt x="5242015" y="581437"/>
                </a:lnTo>
                <a:cubicBezTo>
                  <a:pt x="5242015" y="621577"/>
                  <a:pt x="5209475" y="654116"/>
                  <a:pt x="5169336" y="654116"/>
                </a:cubicBezTo>
                <a:lnTo>
                  <a:pt x="72679" y="654116"/>
                </a:lnTo>
                <a:cubicBezTo>
                  <a:pt x="32539" y="654116"/>
                  <a:pt x="0" y="621577"/>
                  <a:pt x="0" y="581437"/>
                </a:cubicBezTo>
                <a:lnTo>
                  <a:pt x="0" y="72679"/>
                </a:lnTo>
                <a:cubicBezTo>
                  <a:pt x="0" y="32566"/>
                  <a:pt x="32566" y="0"/>
                  <a:pt x="72679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506779" y="5552855"/>
            <a:ext cx="5096656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Yêu cầu phi chức năng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506779" y="5807269"/>
            <a:ext cx="5087571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Performance, Security, Scalability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402838" y="6211832"/>
            <a:ext cx="5233939" cy="446172"/>
          </a:xfrm>
          <a:custGeom>
            <a:avLst/>
            <a:gdLst/>
            <a:ahLst/>
            <a:cxnLst/>
            <a:rect l="l" t="t" r="r" b="b"/>
            <a:pathLst>
              <a:path w="5233939" h="446172">
                <a:moveTo>
                  <a:pt x="72681" y="0"/>
                </a:moveTo>
                <a:lnTo>
                  <a:pt x="5161258" y="0"/>
                </a:lnTo>
                <a:cubicBezTo>
                  <a:pt x="5201399" y="0"/>
                  <a:pt x="5233939" y="32541"/>
                  <a:pt x="5233939" y="72681"/>
                </a:cubicBezTo>
                <a:lnTo>
                  <a:pt x="5233939" y="373490"/>
                </a:lnTo>
                <a:cubicBezTo>
                  <a:pt x="5233939" y="413631"/>
                  <a:pt x="5201399" y="446172"/>
                  <a:pt x="5161258" y="446172"/>
                </a:cubicBezTo>
                <a:lnTo>
                  <a:pt x="72681" y="446172"/>
                </a:lnTo>
                <a:cubicBezTo>
                  <a:pt x="32567" y="446172"/>
                  <a:pt x="0" y="413604"/>
                  <a:pt x="0" y="373490"/>
                </a:cubicBezTo>
                <a:lnTo>
                  <a:pt x="0" y="72681"/>
                </a:lnTo>
                <a:cubicBezTo>
                  <a:pt x="0" y="32541"/>
                  <a:pt x="32541" y="0"/>
                  <a:pt x="7268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4111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80533" y="6325865"/>
            <a:ext cx="5078486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Quyết định cuối cùng vẫn thuộc về con ngườI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3395" y="323395"/>
            <a:ext cx="11609889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spc="51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5: ARCHITECTURE &amp; FUTURE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3395" y="582080"/>
            <a:ext cx="11690737" cy="323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Sự thay đổi vai trò Lập trình viên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7887" y="1071664"/>
            <a:ext cx="5668400" cy="2822522"/>
          </a:xfrm>
          <a:custGeom>
            <a:avLst/>
            <a:gdLst/>
            <a:ahLst/>
            <a:cxnLst/>
            <a:rect l="l" t="t" r="r" b="b"/>
            <a:pathLst>
              <a:path w="5668400" h="2822522">
                <a:moveTo>
                  <a:pt x="97010" y="0"/>
                </a:moveTo>
                <a:lnTo>
                  <a:pt x="5571390" y="0"/>
                </a:lnTo>
                <a:cubicBezTo>
                  <a:pt x="5624967" y="0"/>
                  <a:pt x="5668400" y="43433"/>
                  <a:pt x="5668400" y="97010"/>
                </a:cubicBezTo>
                <a:lnTo>
                  <a:pt x="5668400" y="2725512"/>
                </a:lnTo>
                <a:cubicBezTo>
                  <a:pt x="5668400" y="2779089"/>
                  <a:pt x="5624967" y="2822522"/>
                  <a:pt x="5571390" y="2822522"/>
                </a:cubicBezTo>
                <a:lnTo>
                  <a:pt x="97010" y="2822522"/>
                </a:lnTo>
                <a:cubicBezTo>
                  <a:pt x="43433" y="2822522"/>
                  <a:pt x="0" y="2779089"/>
                  <a:pt x="0" y="2725512"/>
                </a:cubicBezTo>
                <a:lnTo>
                  <a:pt x="0" y="97010"/>
                </a:lnTo>
                <a:cubicBezTo>
                  <a:pt x="0" y="43469"/>
                  <a:pt x="43469" y="0"/>
                  <a:pt x="9701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4288" y="1270139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58729" y="47562"/>
                </a:moveTo>
                <a:lnTo>
                  <a:pt x="128411" y="77880"/>
                </a:lnTo>
                <a:cubicBezTo>
                  <a:pt x="125505" y="80786"/>
                  <a:pt x="121178" y="81638"/>
                  <a:pt x="117389" y="80059"/>
                </a:cubicBezTo>
                <a:cubicBezTo>
                  <a:pt x="113599" y="78480"/>
                  <a:pt x="111167" y="74817"/>
                  <a:pt x="111167" y="70743"/>
                </a:cubicBezTo>
                <a:lnTo>
                  <a:pt x="111167" y="50531"/>
                </a:lnTo>
                <a:lnTo>
                  <a:pt x="10106" y="50531"/>
                </a:lnTo>
                <a:cubicBezTo>
                  <a:pt x="4516" y="50531"/>
                  <a:pt x="0" y="46014"/>
                  <a:pt x="0" y="40424"/>
                </a:cubicBezTo>
                <a:cubicBezTo>
                  <a:pt x="0" y="34834"/>
                  <a:pt x="4516" y="30318"/>
                  <a:pt x="10106" y="30318"/>
                </a:cubicBezTo>
                <a:lnTo>
                  <a:pt x="111167" y="30318"/>
                </a:lnTo>
                <a:lnTo>
                  <a:pt x="111167" y="10106"/>
                </a:lnTo>
                <a:cubicBezTo>
                  <a:pt x="111167" y="6032"/>
                  <a:pt x="113630" y="2337"/>
                  <a:pt x="117420" y="758"/>
                </a:cubicBezTo>
                <a:cubicBezTo>
                  <a:pt x="121210" y="-821"/>
                  <a:pt x="125537" y="63"/>
                  <a:pt x="128442" y="2937"/>
                </a:cubicBezTo>
                <a:lnTo>
                  <a:pt x="158761" y="33255"/>
                </a:lnTo>
                <a:cubicBezTo>
                  <a:pt x="162708" y="37203"/>
                  <a:pt x="162708" y="43614"/>
                  <a:pt x="158761" y="47562"/>
                </a:cubicBezTo>
                <a:close/>
                <a:moveTo>
                  <a:pt x="33255" y="158729"/>
                </a:moveTo>
                <a:lnTo>
                  <a:pt x="2937" y="128411"/>
                </a:lnTo>
                <a:cubicBezTo>
                  <a:pt x="-1011" y="124463"/>
                  <a:pt x="-1011" y="118052"/>
                  <a:pt x="2937" y="114104"/>
                </a:cubicBezTo>
                <a:lnTo>
                  <a:pt x="33255" y="83786"/>
                </a:lnTo>
                <a:cubicBezTo>
                  <a:pt x="36161" y="80880"/>
                  <a:pt x="40488" y="80028"/>
                  <a:pt x="44277" y="81607"/>
                </a:cubicBezTo>
                <a:cubicBezTo>
                  <a:pt x="48067" y="83186"/>
                  <a:pt x="50531" y="86881"/>
                  <a:pt x="50531" y="90955"/>
                </a:cubicBezTo>
                <a:lnTo>
                  <a:pt x="50531" y="111167"/>
                </a:lnTo>
                <a:lnTo>
                  <a:pt x="151592" y="111167"/>
                </a:lnTo>
                <a:cubicBezTo>
                  <a:pt x="157181" y="111167"/>
                  <a:pt x="161698" y="115683"/>
                  <a:pt x="161698" y="121273"/>
                </a:cubicBezTo>
                <a:cubicBezTo>
                  <a:pt x="161698" y="126863"/>
                  <a:pt x="157181" y="131379"/>
                  <a:pt x="151592" y="131379"/>
                </a:cubicBezTo>
                <a:lnTo>
                  <a:pt x="50531" y="131379"/>
                </a:lnTo>
                <a:lnTo>
                  <a:pt x="50531" y="151592"/>
                </a:lnTo>
                <a:cubicBezTo>
                  <a:pt x="50531" y="155666"/>
                  <a:pt x="48067" y="159361"/>
                  <a:pt x="44277" y="160940"/>
                </a:cubicBezTo>
                <a:cubicBezTo>
                  <a:pt x="40488" y="162519"/>
                  <a:pt x="36161" y="161634"/>
                  <a:pt x="33255" y="15876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Text 4"/>
          <p:cNvSpPr/>
          <p:nvPr/>
        </p:nvSpPr>
        <p:spPr>
          <a:xfrm>
            <a:off x="793189" y="1237855"/>
            <a:ext cx="1689740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Chuyển dịch công việc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4076" y="1593393"/>
            <a:ext cx="5336021" cy="840828"/>
          </a:xfrm>
          <a:custGeom>
            <a:avLst/>
            <a:gdLst/>
            <a:ahLst/>
            <a:cxnLst/>
            <a:rect l="l" t="t" r="r" b="b"/>
            <a:pathLst>
              <a:path w="5336021" h="840828">
                <a:moveTo>
                  <a:pt x="64676" y="0"/>
                </a:moveTo>
                <a:lnTo>
                  <a:pt x="5271345" y="0"/>
                </a:lnTo>
                <a:cubicBezTo>
                  <a:pt x="5307065" y="0"/>
                  <a:pt x="5336021" y="28957"/>
                  <a:pt x="5336021" y="64676"/>
                </a:cubicBezTo>
                <a:lnTo>
                  <a:pt x="5336021" y="776151"/>
                </a:lnTo>
                <a:cubicBezTo>
                  <a:pt x="5336021" y="811871"/>
                  <a:pt x="5307065" y="840828"/>
                  <a:pt x="5271345" y="840828"/>
                </a:cubicBezTo>
                <a:lnTo>
                  <a:pt x="64676" y="840828"/>
                </a:lnTo>
                <a:cubicBezTo>
                  <a:pt x="28957" y="840828"/>
                  <a:pt x="0" y="811871"/>
                  <a:pt x="0" y="776151"/>
                </a:cubicBezTo>
                <a:lnTo>
                  <a:pt x="0" y="64676"/>
                </a:lnTo>
                <a:cubicBezTo>
                  <a:pt x="0" y="28981"/>
                  <a:pt x="28981" y="0"/>
                  <a:pt x="6467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91067" y="1690387"/>
            <a:ext cx="258716" cy="194037"/>
          </a:xfrm>
          <a:custGeom>
            <a:avLst/>
            <a:gdLst/>
            <a:ahLst/>
            <a:cxnLst/>
            <a:rect l="l" t="t" r="r" b="b"/>
            <a:pathLst>
              <a:path w="258716" h="194037">
                <a:moveTo>
                  <a:pt x="32340" y="0"/>
                </a:moveTo>
                <a:lnTo>
                  <a:pt x="226376" y="0"/>
                </a:lnTo>
                <a:cubicBezTo>
                  <a:pt x="244225" y="0"/>
                  <a:pt x="258716" y="14491"/>
                  <a:pt x="258716" y="32340"/>
                </a:cubicBezTo>
                <a:lnTo>
                  <a:pt x="258716" y="161697"/>
                </a:lnTo>
                <a:cubicBezTo>
                  <a:pt x="258716" y="179558"/>
                  <a:pt x="244237" y="194037"/>
                  <a:pt x="226376" y="194037"/>
                </a:cubicBezTo>
                <a:lnTo>
                  <a:pt x="32340" y="194037"/>
                </a:lnTo>
                <a:cubicBezTo>
                  <a:pt x="14479" y="194037"/>
                  <a:pt x="0" y="179558"/>
                  <a:pt x="0" y="161697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1067" y="1690387"/>
            <a:ext cx="307225" cy="194037"/>
          </a:xfrm>
          <a:prstGeom prst="rect">
            <a:avLst/>
          </a:prstGeom>
          <a:noFill/>
          <a:ln/>
        </p:spPr>
        <p:txBody>
          <a:bodyPr wrap="square" lIns="64679" tIns="32340" rIns="64679" bIns="32340" rtlCol="0" anchor="ctr"/>
          <a:lstStyle/>
          <a:p>
            <a:pPr>
              <a:lnSpc>
                <a:spcPct val="110000"/>
              </a:lnSpc>
            </a:pPr>
            <a:r>
              <a:rPr lang="en-US" sz="764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1067" y="1948796"/>
            <a:ext cx="5206663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"Viết code"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1067" y="2175196"/>
            <a:ext cx="5198578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Tập trung vào từng dòng code, logic chi tiết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87498" y="2563018"/>
            <a:ext cx="145528" cy="194037"/>
          </a:xfrm>
          <a:custGeom>
            <a:avLst/>
            <a:gdLst/>
            <a:ahLst/>
            <a:cxnLst/>
            <a:rect l="l" t="t" r="r" b="b"/>
            <a:pathLst>
              <a:path w="145528" h="194037">
                <a:moveTo>
                  <a:pt x="64199" y="190475"/>
                </a:moveTo>
                <a:cubicBezTo>
                  <a:pt x="68936" y="195212"/>
                  <a:pt x="76630" y="195212"/>
                  <a:pt x="81367" y="190475"/>
                </a:cubicBezTo>
                <a:lnTo>
                  <a:pt x="142003" y="129838"/>
                </a:lnTo>
                <a:cubicBezTo>
                  <a:pt x="146741" y="125101"/>
                  <a:pt x="146741" y="117408"/>
                  <a:pt x="142003" y="112670"/>
                </a:cubicBezTo>
                <a:cubicBezTo>
                  <a:pt x="137266" y="107933"/>
                  <a:pt x="129573" y="107933"/>
                  <a:pt x="124836" y="112670"/>
                </a:cubicBezTo>
                <a:lnTo>
                  <a:pt x="84891" y="152615"/>
                </a:lnTo>
                <a:lnTo>
                  <a:pt x="84891" y="12127"/>
                </a:lnTo>
                <a:cubicBezTo>
                  <a:pt x="84891" y="5419"/>
                  <a:pt x="79472" y="0"/>
                  <a:pt x="72764" y="0"/>
                </a:cubicBezTo>
                <a:cubicBezTo>
                  <a:pt x="66056" y="0"/>
                  <a:pt x="60637" y="5419"/>
                  <a:pt x="60637" y="12127"/>
                </a:cubicBezTo>
                <a:lnTo>
                  <a:pt x="60637" y="152615"/>
                </a:lnTo>
                <a:lnTo>
                  <a:pt x="20692" y="112670"/>
                </a:lnTo>
                <a:cubicBezTo>
                  <a:pt x="15955" y="107933"/>
                  <a:pt x="8262" y="107933"/>
                  <a:pt x="3525" y="112670"/>
                </a:cubicBezTo>
                <a:cubicBezTo>
                  <a:pt x="-1213" y="117408"/>
                  <a:pt x="-1213" y="125101"/>
                  <a:pt x="3525" y="129838"/>
                </a:cubicBezTo>
                <a:lnTo>
                  <a:pt x="64161" y="19047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Shape 11"/>
          <p:cNvSpPr/>
          <p:nvPr/>
        </p:nvSpPr>
        <p:spPr>
          <a:xfrm>
            <a:off x="494076" y="2886271"/>
            <a:ext cx="5336021" cy="840828"/>
          </a:xfrm>
          <a:custGeom>
            <a:avLst/>
            <a:gdLst/>
            <a:ahLst/>
            <a:cxnLst/>
            <a:rect l="l" t="t" r="r" b="b"/>
            <a:pathLst>
              <a:path w="5336021" h="840828">
                <a:moveTo>
                  <a:pt x="64676" y="0"/>
                </a:moveTo>
                <a:lnTo>
                  <a:pt x="5271345" y="0"/>
                </a:lnTo>
                <a:cubicBezTo>
                  <a:pt x="5307065" y="0"/>
                  <a:pt x="5336021" y="28957"/>
                  <a:pt x="5336021" y="64676"/>
                </a:cubicBezTo>
                <a:lnTo>
                  <a:pt x="5336021" y="776151"/>
                </a:lnTo>
                <a:cubicBezTo>
                  <a:pt x="5336021" y="811871"/>
                  <a:pt x="5307065" y="840828"/>
                  <a:pt x="5271345" y="840828"/>
                </a:cubicBezTo>
                <a:lnTo>
                  <a:pt x="64676" y="840828"/>
                </a:lnTo>
                <a:cubicBezTo>
                  <a:pt x="28957" y="840828"/>
                  <a:pt x="0" y="811871"/>
                  <a:pt x="0" y="776151"/>
                </a:cubicBezTo>
                <a:lnTo>
                  <a:pt x="0" y="64676"/>
                </a:lnTo>
                <a:cubicBezTo>
                  <a:pt x="0" y="28981"/>
                  <a:pt x="28981" y="0"/>
                  <a:pt x="6467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91067" y="2983266"/>
            <a:ext cx="323395" cy="194037"/>
          </a:xfrm>
          <a:custGeom>
            <a:avLst/>
            <a:gdLst/>
            <a:ahLst/>
            <a:cxnLst/>
            <a:rect l="l" t="t" r="r" b="b"/>
            <a:pathLst>
              <a:path w="323395" h="194037">
                <a:moveTo>
                  <a:pt x="32340" y="0"/>
                </a:moveTo>
                <a:lnTo>
                  <a:pt x="291055" y="0"/>
                </a:lnTo>
                <a:cubicBezTo>
                  <a:pt x="308904" y="0"/>
                  <a:pt x="323395" y="14491"/>
                  <a:pt x="323395" y="32340"/>
                </a:cubicBezTo>
                <a:lnTo>
                  <a:pt x="323395" y="161697"/>
                </a:lnTo>
                <a:cubicBezTo>
                  <a:pt x="323395" y="179558"/>
                  <a:pt x="308916" y="194037"/>
                  <a:pt x="291055" y="194037"/>
                </a:cubicBezTo>
                <a:lnTo>
                  <a:pt x="32340" y="194037"/>
                </a:lnTo>
                <a:cubicBezTo>
                  <a:pt x="14479" y="194037"/>
                  <a:pt x="0" y="179558"/>
                  <a:pt x="0" y="161697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1067" y="2983266"/>
            <a:ext cx="371905" cy="194037"/>
          </a:xfrm>
          <a:prstGeom prst="rect">
            <a:avLst/>
          </a:prstGeom>
          <a:noFill/>
          <a:ln/>
        </p:spPr>
        <p:txBody>
          <a:bodyPr wrap="square" lIns="64679" tIns="32340" rIns="64679" bIns="32340" rtlCol="0" anchor="ctr"/>
          <a:lstStyle/>
          <a:p>
            <a:pPr>
              <a:lnSpc>
                <a:spcPct val="110000"/>
              </a:lnSpc>
            </a:pPr>
            <a:r>
              <a:rPr lang="en-US" sz="764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MỚI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1067" y="3241674"/>
            <a:ext cx="5206663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"Hiểu vấn đề &amp; Kiểm soát"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1067" y="3468074"/>
            <a:ext cx="5198578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Phân tích yêu cầu, đánh giá giải pháp AI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7887" y="4063496"/>
            <a:ext cx="5668400" cy="2790182"/>
          </a:xfrm>
          <a:custGeom>
            <a:avLst/>
            <a:gdLst/>
            <a:ahLst/>
            <a:cxnLst/>
            <a:rect l="l" t="t" r="r" b="b"/>
            <a:pathLst>
              <a:path w="5668400" h="2790182">
                <a:moveTo>
                  <a:pt x="97015" y="0"/>
                </a:moveTo>
                <a:lnTo>
                  <a:pt x="5571385" y="0"/>
                </a:lnTo>
                <a:cubicBezTo>
                  <a:pt x="5624965" y="0"/>
                  <a:pt x="5668400" y="43435"/>
                  <a:pt x="5668400" y="97015"/>
                </a:cubicBezTo>
                <a:lnTo>
                  <a:pt x="5668400" y="2693167"/>
                </a:lnTo>
                <a:cubicBezTo>
                  <a:pt x="5668400" y="2746747"/>
                  <a:pt x="5624965" y="2790182"/>
                  <a:pt x="5571385" y="2790182"/>
                </a:cubicBezTo>
                <a:lnTo>
                  <a:pt x="97015" y="2790182"/>
                </a:lnTo>
                <a:cubicBezTo>
                  <a:pt x="43435" y="2790182"/>
                  <a:pt x="0" y="2746747"/>
                  <a:pt x="0" y="2693167"/>
                </a:cubicBezTo>
                <a:lnTo>
                  <a:pt x="0" y="97015"/>
                </a:lnTo>
                <a:cubicBezTo>
                  <a:pt x="0" y="43471"/>
                  <a:pt x="43471" y="0"/>
                  <a:pt x="9701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4076" y="4261964"/>
            <a:ext cx="202122" cy="161698"/>
          </a:xfrm>
          <a:custGeom>
            <a:avLst/>
            <a:gdLst/>
            <a:ahLst/>
            <a:cxnLst/>
            <a:rect l="l" t="t" r="r" b="b"/>
            <a:pathLst>
              <a:path w="202122" h="161698">
                <a:moveTo>
                  <a:pt x="101061" y="5053"/>
                </a:moveTo>
                <a:cubicBezTo>
                  <a:pt x="119189" y="5053"/>
                  <a:pt x="133906" y="19770"/>
                  <a:pt x="133906" y="37898"/>
                </a:cubicBezTo>
                <a:cubicBezTo>
                  <a:pt x="133906" y="56025"/>
                  <a:pt x="119189" y="70743"/>
                  <a:pt x="101061" y="70743"/>
                </a:cubicBezTo>
                <a:cubicBezTo>
                  <a:pt x="82933" y="70743"/>
                  <a:pt x="68216" y="56025"/>
                  <a:pt x="68216" y="37898"/>
                </a:cubicBezTo>
                <a:cubicBezTo>
                  <a:pt x="68216" y="19770"/>
                  <a:pt x="82933" y="5053"/>
                  <a:pt x="101061" y="5053"/>
                </a:cubicBezTo>
                <a:close/>
                <a:moveTo>
                  <a:pt x="30318" y="27792"/>
                </a:moveTo>
                <a:cubicBezTo>
                  <a:pt x="42868" y="27792"/>
                  <a:pt x="53057" y="37981"/>
                  <a:pt x="53057" y="50531"/>
                </a:cubicBezTo>
                <a:cubicBezTo>
                  <a:pt x="53057" y="63080"/>
                  <a:pt x="42868" y="73269"/>
                  <a:pt x="30318" y="73269"/>
                </a:cubicBezTo>
                <a:cubicBezTo>
                  <a:pt x="17768" y="73269"/>
                  <a:pt x="7580" y="63080"/>
                  <a:pt x="7580" y="50531"/>
                </a:cubicBezTo>
                <a:cubicBezTo>
                  <a:pt x="7580" y="37981"/>
                  <a:pt x="17768" y="27792"/>
                  <a:pt x="30318" y="27792"/>
                </a:cubicBezTo>
                <a:close/>
                <a:moveTo>
                  <a:pt x="0" y="131379"/>
                </a:moveTo>
                <a:cubicBezTo>
                  <a:pt x="0" y="109051"/>
                  <a:pt x="18096" y="90955"/>
                  <a:pt x="40424" y="90955"/>
                </a:cubicBezTo>
                <a:cubicBezTo>
                  <a:pt x="44467" y="90955"/>
                  <a:pt x="48383" y="91555"/>
                  <a:pt x="52078" y="92660"/>
                </a:cubicBezTo>
                <a:cubicBezTo>
                  <a:pt x="41688" y="104282"/>
                  <a:pt x="35371" y="119631"/>
                  <a:pt x="35371" y="136432"/>
                </a:cubicBezTo>
                <a:lnTo>
                  <a:pt x="35371" y="141485"/>
                </a:lnTo>
                <a:cubicBezTo>
                  <a:pt x="35371" y="145086"/>
                  <a:pt x="36129" y="148497"/>
                  <a:pt x="37487" y="151592"/>
                </a:cubicBezTo>
                <a:lnTo>
                  <a:pt x="10106" y="151592"/>
                </a:lnTo>
                <a:cubicBezTo>
                  <a:pt x="4516" y="151592"/>
                  <a:pt x="0" y="147075"/>
                  <a:pt x="0" y="141485"/>
                </a:cubicBezTo>
                <a:lnTo>
                  <a:pt x="0" y="131379"/>
                </a:lnTo>
                <a:close/>
                <a:moveTo>
                  <a:pt x="164635" y="151592"/>
                </a:moveTo>
                <a:cubicBezTo>
                  <a:pt x="165993" y="148497"/>
                  <a:pt x="166751" y="145086"/>
                  <a:pt x="166751" y="141485"/>
                </a:cubicBezTo>
                <a:lnTo>
                  <a:pt x="166751" y="136432"/>
                </a:lnTo>
                <a:cubicBezTo>
                  <a:pt x="166751" y="119631"/>
                  <a:pt x="160434" y="104282"/>
                  <a:pt x="150044" y="92660"/>
                </a:cubicBezTo>
                <a:cubicBezTo>
                  <a:pt x="153739" y="91555"/>
                  <a:pt x="157655" y="90955"/>
                  <a:pt x="161698" y="90955"/>
                </a:cubicBezTo>
                <a:cubicBezTo>
                  <a:pt x="184026" y="90955"/>
                  <a:pt x="202122" y="109051"/>
                  <a:pt x="202122" y="131379"/>
                </a:cubicBezTo>
                <a:lnTo>
                  <a:pt x="202122" y="141485"/>
                </a:lnTo>
                <a:cubicBezTo>
                  <a:pt x="202122" y="147075"/>
                  <a:pt x="197606" y="151592"/>
                  <a:pt x="192016" y="151592"/>
                </a:cubicBezTo>
                <a:lnTo>
                  <a:pt x="164635" y="151592"/>
                </a:lnTo>
                <a:close/>
                <a:moveTo>
                  <a:pt x="149065" y="50531"/>
                </a:moveTo>
                <a:cubicBezTo>
                  <a:pt x="149065" y="37981"/>
                  <a:pt x="159254" y="27792"/>
                  <a:pt x="171804" y="27792"/>
                </a:cubicBezTo>
                <a:cubicBezTo>
                  <a:pt x="184354" y="27792"/>
                  <a:pt x="194542" y="37981"/>
                  <a:pt x="194542" y="50531"/>
                </a:cubicBezTo>
                <a:cubicBezTo>
                  <a:pt x="194542" y="63080"/>
                  <a:pt x="184354" y="73269"/>
                  <a:pt x="171804" y="73269"/>
                </a:cubicBezTo>
                <a:cubicBezTo>
                  <a:pt x="159254" y="73269"/>
                  <a:pt x="149065" y="63080"/>
                  <a:pt x="149065" y="50531"/>
                </a:cubicBezTo>
                <a:close/>
                <a:moveTo>
                  <a:pt x="50531" y="136432"/>
                </a:moveTo>
                <a:cubicBezTo>
                  <a:pt x="50531" y="108514"/>
                  <a:pt x="73143" y="85902"/>
                  <a:pt x="101061" y="85902"/>
                </a:cubicBezTo>
                <a:cubicBezTo>
                  <a:pt x="128979" y="85902"/>
                  <a:pt x="151592" y="108514"/>
                  <a:pt x="151592" y="136432"/>
                </a:cubicBezTo>
                <a:lnTo>
                  <a:pt x="151592" y="141485"/>
                </a:lnTo>
                <a:cubicBezTo>
                  <a:pt x="151592" y="147075"/>
                  <a:pt x="147075" y="151592"/>
                  <a:pt x="141485" y="151592"/>
                </a:cubicBezTo>
                <a:lnTo>
                  <a:pt x="60637" y="151592"/>
                </a:lnTo>
                <a:cubicBezTo>
                  <a:pt x="55047" y="151592"/>
                  <a:pt x="50531" y="147075"/>
                  <a:pt x="50531" y="141485"/>
                </a:cubicBezTo>
                <a:lnTo>
                  <a:pt x="50531" y="136432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8"/>
          <p:cNvSpPr/>
          <p:nvPr/>
        </p:nvSpPr>
        <p:spPr>
          <a:xfrm>
            <a:off x="793189" y="4229687"/>
            <a:ext cx="1204647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Phân hóa vai trò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4076" y="4585225"/>
            <a:ext cx="5336021" cy="1002525"/>
          </a:xfrm>
          <a:custGeom>
            <a:avLst/>
            <a:gdLst/>
            <a:ahLst/>
            <a:cxnLst/>
            <a:rect l="l" t="t" r="r" b="b"/>
            <a:pathLst>
              <a:path w="5336021" h="1002525">
                <a:moveTo>
                  <a:pt x="64683" y="0"/>
                </a:moveTo>
                <a:lnTo>
                  <a:pt x="5271338" y="0"/>
                </a:lnTo>
                <a:cubicBezTo>
                  <a:pt x="5307062" y="0"/>
                  <a:pt x="5336021" y="28960"/>
                  <a:pt x="5336021" y="64683"/>
                </a:cubicBezTo>
                <a:lnTo>
                  <a:pt x="5336021" y="937842"/>
                </a:lnTo>
                <a:cubicBezTo>
                  <a:pt x="5336021" y="973566"/>
                  <a:pt x="5307062" y="1002525"/>
                  <a:pt x="5271338" y="1002525"/>
                </a:cubicBezTo>
                <a:lnTo>
                  <a:pt x="64683" y="1002525"/>
                </a:lnTo>
                <a:cubicBezTo>
                  <a:pt x="28960" y="1002525"/>
                  <a:pt x="0" y="973566"/>
                  <a:pt x="0" y="937842"/>
                </a:cubicBezTo>
                <a:lnTo>
                  <a:pt x="0" y="64683"/>
                </a:lnTo>
                <a:cubicBezTo>
                  <a:pt x="0" y="28983"/>
                  <a:pt x="28983" y="0"/>
                  <a:pt x="6468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91067" y="4682212"/>
            <a:ext cx="5206663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Junior Developers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1067" y="4940904"/>
            <a:ext cx="5198578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AI thay thế tác vụ cơ bản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1067" y="5134744"/>
            <a:ext cx="5198578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Học nhanh hơn nhưng rủi ro phụ thuộc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1067" y="5328584"/>
            <a:ext cx="5198578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Cần phát triển tư duy thuật toán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4076" y="5684121"/>
            <a:ext cx="5336021" cy="1002525"/>
          </a:xfrm>
          <a:custGeom>
            <a:avLst/>
            <a:gdLst/>
            <a:ahLst/>
            <a:cxnLst/>
            <a:rect l="l" t="t" r="r" b="b"/>
            <a:pathLst>
              <a:path w="5336021" h="1002525">
                <a:moveTo>
                  <a:pt x="64683" y="0"/>
                </a:moveTo>
                <a:lnTo>
                  <a:pt x="5271338" y="0"/>
                </a:lnTo>
                <a:cubicBezTo>
                  <a:pt x="5307062" y="0"/>
                  <a:pt x="5336021" y="28960"/>
                  <a:pt x="5336021" y="64683"/>
                </a:cubicBezTo>
                <a:lnTo>
                  <a:pt x="5336021" y="937842"/>
                </a:lnTo>
                <a:cubicBezTo>
                  <a:pt x="5336021" y="973566"/>
                  <a:pt x="5307062" y="1002525"/>
                  <a:pt x="5271338" y="1002525"/>
                </a:cubicBezTo>
                <a:lnTo>
                  <a:pt x="64683" y="1002525"/>
                </a:lnTo>
                <a:cubicBezTo>
                  <a:pt x="28960" y="1002525"/>
                  <a:pt x="0" y="973566"/>
                  <a:pt x="0" y="937842"/>
                </a:cubicBezTo>
                <a:lnTo>
                  <a:pt x="0" y="64683"/>
                </a:lnTo>
                <a:cubicBezTo>
                  <a:pt x="0" y="28983"/>
                  <a:pt x="28983" y="0"/>
                  <a:pt x="6468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91067" y="5781108"/>
            <a:ext cx="5206663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Senior Developers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1067" y="6039801"/>
            <a:ext cx="5198578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Quan trọng hơn bao giờ hết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1067" y="6233640"/>
            <a:ext cx="5198578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Thiết kế kiến trúc, đánh giá chất lượng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1067" y="6427480"/>
            <a:ext cx="5198578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Tư duy chiến lược, ra quyết định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5601" y="1071664"/>
            <a:ext cx="5668400" cy="2014034"/>
          </a:xfrm>
          <a:custGeom>
            <a:avLst/>
            <a:gdLst/>
            <a:ahLst/>
            <a:cxnLst/>
            <a:rect l="l" t="t" r="r" b="b"/>
            <a:pathLst>
              <a:path w="5668400" h="2014034">
                <a:moveTo>
                  <a:pt x="97016" y="0"/>
                </a:moveTo>
                <a:lnTo>
                  <a:pt x="5571384" y="0"/>
                </a:lnTo>
                <a:cubicBezTo>
                  <a:pt x="5624964" y="0"/>
                  <a:pt x="5668400" y="43436"/>
                  <a:pt x="5668400" y="97016"/>
                </a:cubicBezTo>
                <a:lnTo>
                  <a:pt x="5668400" y="1917018"/>
                </a:lnTo>
                <a:cubicBezTo>
                  <a:pt x="5668400" y="1970598"/>
                  <a:pt x="5624964" y="2014034"/>
                  <a:pt x="5571384" y="2014034"/>
                </a:cubicBezTo>
                <a:lnTo>
                  <a:pt x="97016" y="2014034"/>
                </a:lnTo>
                <a:cubicBezTo>
                  <a:pt x="43436" y="2014034"/>
                  <a:pt x="0" y="1970598"/>
                  <a:pt x="0" y="1917018"/>
                </a:cubicBezTo>
                <a:lnTo>
                  <a:pt x="0" y="97016"/>
                </a:lnTo>
                <a:cubicBezTo>
                  <a:pt x="0" y="43471"/>
                  <a:pt x="43471" y="0"/>
                  <a:pt x="97016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4111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71897" y="1270139"/>
            <a:ext cx="181910" cy="161698"/>
          </a:xfrm>
          <a:custGeom>
            <a:avLst/>
            <a:gdLst/>
            <a:ahLst/>
            <a:cxnLst/>
            <a:rect l="l" t="t" r="r" b="b"/>
            <a:pathLst>
              <a:path w="181910" h="161698">
                <a:moveTo>
                  <a:pt x="15159" y="61837"/>
                </a:moveTo>
                <a:lnTo>
                  <a:pt x="81228" y="89028"/>
                </a:lnTo>
                <a:cubicBezTo>
                  <a:pt x="84323" y="90292"/>
                  <a:pt x="87607" y="90955"/>
                  <a:pt x="90955" y="90955"/>
                </a:cubicBezTo>
                <a:cubicBezTo>
                  <a:pt x="94303" y="90955"/>
                  <a:pt x="97587" y="90292"/>
                  <a:pt x="100682" y="89028"/>
                </a:cubicBezTo>
                <a:lnTo>
                  <a:pt x="177236" y="57510"/>
                </a:lnTo>
                <a:cubicBezTo>
                  <a:pt x="180078" y="56342"/>
                  <a:pt x="181910" y="53594"/>
                  <a:pt x="181910" y="50531"/>
                </a:cubicBezTo>
                <a:cubicBezTo>
                  <a:pt x="181910" y="47467"/>
                  <a:pt x="180078" y="44719"/>
                  <a:pt x="177236" y="43551"/>
                </a:cubicBezTo>
                <a:lnTo>
                  <a:pt x="100682" y="12033"/>
                </a:lnTo>
                <a:cubicBezTo>
                  <a:pt x="97587" y="10769"/>
                  <a:pt x="94303" y="10106"/>
                  <a:pt x="90955" y="10106"/>
                </a:cubicBezTo>
                <a:cubicBezTo>
                  <a:pt x="87607" y="10106"/>
                  <a:pt x="84323" y="10769"/>
                  <a:pt x="81228" y="12033"/>
                </a:cubicBezTo>
                <a:lnTo>
                  <a:pt x="4674" y="43551"/>
                </a:lnTo>
                <a:cubicBezTo>
                  <a:pt x="1832" y="44719"/>
                  <a:pt x="0" y="47467"/>
                  <a:pt x="0" y="50531"/>
                </a:cubicBezTo>
                <a:lnTo>
                  <a:pt x="0" y="144012"/>
                </a:lnTo>
                <a:cubicBezTo>
                  <a:pt x="0" y="148212"/>
                  <a:pt x="3379" y="151592"/>
                  <a:pt x="7580" y="151592"/>
                </a:cubicBezTo>
                <a:cubicBezTo>
                  <a:pt x="11780" y="151592"/>
                  <a:pt x="15159" y="148212"/>
                  <a:pt x="15159" y="144012"/>
                </a:cubicBezTo>
                <a:lnTo>
                  <a:pt x="15159" y="61837"/>
                </a:lnTo>
                <a:close/>
                <a:moveTo>
                  <a:pt x="30318" y="84481"/>
                </a:moveTo>
                <a:lnTo>
                  <a:pt x="30318" y="121273"/>
                </a:lnTo>
                <a:cubicBezTo>
                  <a:pt x="30318" y="138011"/>
                  <a:pt x="57478" y="151592"/>
                  <a:pt x="90955" y="151592"/>
                </a:cubicBezTo>
                <a:cubicBezTo>
                  <a:pt x="124431" y="151592"/>
                  <a:pt x="151592" y="138011"/>
                  <a:pt x="151592" y="121273"/>
                </a:cubicBezTo>
                <a:lnTo>
                  <a:pt x="151592" y="84449"/>
                </a:lnTo>
                <a:lnTo>
                  <a:pt x="106461" y="103051"/>
                </a:lnTo>
                <a:cubicBezTo>
                  <a:pt x="101535" y="105072"/>
                  <a:pt x="96292" y="106114"/>
                  <a:pt x="90955" y="106114"/>
                </a:cubicBezTo>
                <a:cubicBezTo>
                  <a:pt x="85618" y="106114"/>
                  <a:pt x="80375" y="105072"/>
                  <a:pt x="75448" y="103051"/>
                </a:cubicBezTo>
                <a:lnTo>
                  <a:pt x="30318" y="8444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3" name="Text 31"/>
          <p:cNvSpPr/>
          <p:nvPr/>
        </p:nvSpPr>
        <p:spPr>
          <a:xfrm>
            <a:off x="6660903" y="1237855"/>
            <a:ext cx="1972711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 Shift - Bộ kỹ năng mới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61791" y="1593393"/>
            <a:ext cx="2619501" cy="614451"/>
          </a:xfrm>
          <a:custGeom>
            <a:avLst/>
            <a:gdLst/>
            <a:ahLst/>
            <a:cxnLst/>
            <a:rect l="l" t="t" r="r" b="b"/>
            <a:pathLst>
              <a:path w="2619501" h="614451">
                <a:moveTo>
                  <a:pt x="64677" y="0"/>
                </a:moveTo>
                <a:lnTo>
                  <a:pt x="2554824" y="0"/>
                </a:lnTo>
                <a:cubicBezTo>
                  <a:pt x="2590544" y="0"/>
                  <a:pt x="2619501" y="28957"/>
                  <a:pt x="2619501" y="64677"/>
                </a:cubicBezTo>
                <a:lnTo>
                  <a:pt x="2619501" y="549774"/>
                </a:lnTo>
                <a:cubicBezTo>
                  <a:pt x="2619501" y="585494"/>
                  <a:pt x="2590544" y="614451"/>
                  <a:pt x="2554824" y="614451"/>
                </a:cubicBezTo>
                <a:lnTo>
                  <a:pt x="64677" y="614451"/>
                </a:lnTo>
                <a:cubicBezTo>
                  <a:pt x="28957" y="614451"/>
                  <a:pt x="0" y="585494"/>
                  <a:pt x="0" y="549774"/>
                </a:cubicBezTo>
                <a:lnTo>
                  <a:pt x="0" y="64677"/>
                </a:lnTo>
                <a:cubicBezTo>
                  <a:pt x="0" y="28981"/>
                  <a:pt x="28981" y="0"/>
                  <a:pt x="6467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74951" y="1722672"/>
            <a:ext cx="129358" cy="129358"/>
          </a:xfrm>
          <a:custGeom>
            <a:avLst/>
            <a:gdLst/>
            <a:ahLst/>
            <a:cxnLst/>
            <a:rect l="l" t="t" r="r" b="b"/>
            <a:pathLst>
              <a:path w="129358" h="129358">
                <a:moveTo>
                  <a:pt x="0" y="20212"/>
                </a:moveTo>
                <a:cubicBezTo>
                  <a:pt x="0" y="13517"/>
                  <a:pt x="5432" y="8085"/>
                  <a:pt x="12127" y="8085"/>
                </a:cubicBezTo>
                <a:lnTo>
                  <a:pt x="36382" y="8085"/>
                </a:lnTo>
                <a:cubicBezTo>
                  <a:pt x="43077" y="8085"/>
                  <a:pt x="48509" y="13517"/>
                  <a:pt x="48509" y="20212"/>
                </a:cubicBezTo>
                <a:lnTo>
                  <a:pt x="48509" y="24255"/>
                </a:lnTo>
                <a:lnTo>
                  <a:pt x="80849" y="24255"/>
                </a:lnTo>
                <a:lnTo>
                  <a:pt x="80849" y="20212"/>
                </a:lnTo>
                <a:cubicBezTo>
                  <a:pt x="80849" y="13517"/>
                  <a:pt x="86281" y="8085"/>
                  <a:pt x="92976" y="8085"/>
                </a:cubicBezTo>
                <a:lnTo>
                  <a:pt x="117231" y="8085"/>
                </a:lnTo>
                <a:cubicBezTo>
                  <a:pt x="123926" y="8085"/>
                  <a:pt x="129358" y="13517"/>
                  <a:pt x="129358" y="20212"/>
                </a:cubicBezTo>
                <a:lnTo>
                  <a:pt x="129358" y="44467"/>
                </a:lnTo>
                <a:cubicBezTo>
                  <a:pt x="129358" y="51162"/>
                  <a:pt x="123926" y="56594"/>
                  <a:pt x="117231" y="56594"/>
                </a:cubicBezTo>
                <a:lnTo>
                  <a:pt x="92976" y="56594"/>
                </a:lnTo>
                <a:cubicBezTo>
                  <a:pt x="86281" y="56594"/>
                  <a:pt x="80849" y="51162"/>
                  <a:pt x="80849" y="44467"/>
                </a:cubicBezTo>
                <a:lnTo>
                  <a:pt x="80849" y="40424"/>
                </a:lnTo>
                <a:lnTo>
                  <a:pt x="48509" y="40424"/>
                </a:lnTo>
                <a:lnTo>
                  <a:pt x="48509" y="44467"/>
                </a:lnTo>
                <a:cubicBezTo>
                  <a:pt x="48509" y="46311"/>
                  <a:pt x="48080" y="48080"/>
                  <a:pt x="47347" y="49646"/>
                </a:cubicBezTo>
                <a:lnTo>
                  <a:pt x="64679" y="72764"/>
                </a:lnTo>
                <a:lnTo>
                  <a:pt x="84891" y="72764"/>
                </a:lnTo>
                <a:cubicBezTo>
                  <a:pt x="91587" y="72764"/>
                  <a:pt x="97019" y="78196"/>
                  <a:pt x="97019" y="84891"/>
                </a:cubicBezTo>
                <a:lnTo>
                  <a:pt x="97019" y="109146"/>
                </a:lnTo>
                <a:cubicBezTo>
                  <a:pt x="97019" y="115841"/>
                  <a:pt x="91587" y="121273"/>
                  <a:pt x="84891" y="121273"/>
                </a:cubicBezTo>
                <a:lnTo>
                  <a:pt x="60637" y="121273"/>
                </a:lnTo>
                <a:cubicBezTo>
                  <a:pt x="53941" y="121273"/>
                  <a:pt x="48509" y="115841"/>
                  <a:pt x="48509" y="109146"/>
                </a:cubicBezTo>
                <a:lnTo>
                  <a:pt x="48509" y="84891"/>
                </a:lnTo>
                <a:cubicBezTo>
                  <a:pt x="48509" y="83047"/>
                  <a:pt x="48939" y="81278"/>
                  <a:pt x="49671" y="79712"/>
                </a:cubicBezTo>
                <a:lnTo>
                  <a:pt x="32340" y="56594"/>
                </a:lnTo>
                <a:lnTo>
                  <a:pt x="12127" y="56594"/>
                </a:lnTo>
                <a:cubicBezTo>
                  <a:pt x="5432" y="56594"/>
                  <a:pt x="0" y="51162"/>
                  <a:pt x="0" y="44467"/>
                </a:cubicBezTo>
                <a:lnTo>
                  <a:pt x="0" y="20212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6" name="Text 34"/>
          <p:cNvSpPr/>
          <p:nvPr/>
        </p:nvSpPr>
        <p:spPr>
          <a:xfrm>
            <a:off x="6685046" y="1690387"/>
            <a:ext cx="1002525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Tư duy hệ thống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58781" y="1949072"/>
            <a:ext cx="2482058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Hiểu tương tác thành phần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76542" y="1593393"/>
            <a:ext cx="2619501" cy="614451"/>
          </a:xfrm>
          <a:custGeom>
            <a:avLst/>
            <a:gdLst/>
            <a:ahLst/>
            <a:cxnLst/>
            <a:rect l="l" t="t" r="r" b="b"/>
            <a:pathLst>
              <a:path w="2619501" h="614451">
                <a:moveTo>
                  <a:pt x="64677" y="0"/>
                </a:moveTo>
                <a:lnTo>
                  <a:pt x="2554824" y="0"/>
                </a:lnTo>
                <a:cubicBezTo>
                  <a:pt x="2590544" y="0"/>
                  <a:pt x="2619501" y="28957"/>
                  <a:pt x="2619501" y="64677"/>
                </a:cubicBezTo>
                <a:lnTo>
                  <a:pt x="2619501" y="549774"/>
                </a:lnTo>
                <a:cubicBezTo>
                  <a:pt x="2619501" y="585494"/>
                  <a:pt x="2590544" y="614451"/>
                  <a:pt x="2554824" y="614451"/>
                </a:cubicBezTo>
                <a:lnTo>
                  <a:pt x="64677" y="614451"/>
                </a:lnTo>
                <a:cubicBezTo>
                  <a:pt x="28957" y="614451"/>
                  <a:pt x="0" y="585494"/>
                  <a:pt x="0" y="549774"/>
                </a:cubicBezTo>
                <a:lnTo>
                  <a:pt x="0" y="64677"/>
                </a:lnTo>
                <a:cubicBezTo>
                  <a:pt x="0" y="28981"/>
                  <a:pt x="28981" y="0"/>
                  <a:pt x="6467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189702" y="1722672"/>
            <a:ext cx="129358" cy="129358"/>
          </a:xfrm>
          <a:custGeom>
            <a:avLst/>
            <a:gdLst/>
            <a:ahLst/>
            <a:cxnLst/>
            <a:rect l="l" t="t" r="r" b="b"/>
            <a:pathLst>
              <a:path w="129358" h="129358">
                <a:moveTo>
                  <a:pt x="105103" y="52552"/>
                </a:moveTo>
                <a:cubicBezTo>
                  <a:pt x="105103" y="64148"/>
                  <a:pt x="101339" y="74861"/>
                  <a:pt x="94997" y="83552"/>
                </a:cubicBezTo>
                <a:lnTo>
                  <a:pt x="126983" y="115563"/>
                </a:lnTo>
                <a:cubicBezTo>
                  <a:pt x="130141" y="118721"/>
                  <a:pt x="130141" y="123850"/>
                  <a:pt x="126983" y="127008"/>
                </a:cubicBezTo>
                <a:cubicBezTo>
                  <a:pt x="123825" y="130167"/>
                  <a:pt x="118696" y="130167"/>
                  <a:pt x="115538" y="127008"/>
                </a:cubicBezTo>
                <a:lnTo>
                  <a:pt x="83552" y="94997"/>
                </a:lnTo>
                <a:cubicBezTo>
                  <a:pt x="74861" y="101339"/>
                  <a:pt x="64148" y="105103"/>
                  <a:pt x="52552" y="105103"/>
                </a:cubicBezTo>
                <a:cubicBezTo>
                  <a:pt x="23522" y="105103"/>
                  <a:pt x="0" y="81581"/>
                  <a:pt x="0" y="52552"/>
                </a:cubicBezTo>
                <a:cubicBezTo>
                  <a:pt x="0" y="23522"/>
                  <a:pt x="23522" y="0"/>
                  <a:pt x="52552" y="0"/>
                </a:cubicBezTo>
                <a:cubicBezTo>
                  <a:pt x="81581" y="0"/>
                  <a:pt x="105103" y="23522"/>
                  <a:pt x="105103" y="52552"/>
                </a:cubicBezTo>
                <a:close/>
                <a:moveTo>
                  <a:pt x="52552" y="88934"/>
                </a:moveTo>
                <a:cubicBezTo>
                  <a:pt x="72631" y="88934"/>
                  <a:pt x="88934" y="72631"/>
                  <a:pt x="88934" y="52552"/>
                </a:cubicBezTo>
                <a:cubicBezTo>
                  <a:pt x="88934" y="32472"/>
                  <a:pt x="72631" y="16170"/>
                  <a:pt x="52552" y="16170"/>
                </a:cubicBezTo>
                <a:cubicBezTo>
                  <a:pt x="32472" y="16170"/>
                  <a:pt x="16170" y="32472"/>
                  <a:pt x="16170" y="52552"/>
                </a:cubicBezTo>
                <a:cubicBezTo>
                  <a:pt x="16170" y="72631"/>
                  <a:pt x="32472" y="88934"/>
                  <a:pt x="52552" y="8893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0" name="Text 38"/>
          <p:cNvSpPr/>
          <p:nvPr/>
        </p:nvSpPr>
        <p:spPr>
          <a:xfrm>
            <a:off x="9399797" y="1690387"/>
            <a:ext cx="1220817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Phân tích &amp; Đánh giá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73533" y="1949072"/>
            <a:ext cx="2482058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Kiểm tra code AI, phát hiện lỗi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61791" y="2304609"/>
            <a:ext cx="2619501" cy="614451"/>
          </a:xfrm>
          <a:custGeom>
            <a:avLst/>
            <a:gdLst/>
            <a:ahLst/>
            <a:cxnLst/>
            <a:rect l="l" t="t" r="r" b="b"/>
            <a:pathLst>
              <a:path w="2619501" h="614451">
                <a:moveTo>
                  <a:pt x="64677" y="0"/>
                </a:moveTo>
                <a:lnTo>
                  <a:pt x="2554824" y="0"/>
                </a:lnTo>
                <a:cubicBezTo>
                  <a:pt x="2590544" y="0"/>
                  <a:pt x="2619501" y="28957"/>
                  <a:pt x="2619501" y="64677"/>
                </a:cubicBezTo>
                <a:lnTo>
                  <a:pt x="2619501" y="549774"/>
                </a:lnTo>
                <a:cubicBezTo>
                  <a:pt x="2619501" y="585494"/>
                  <a:pt x="2590544" y="614451"/>
                  <a:pt x="2554824" y="614451"/>
                </a:cubicBezTo>
                <a:lnTo>
                  <a:pt x="64677" y="614451"/>
                </a:lnTo>
                <a:cubicBezTo>
                  <a:pt x="28957" y="614451"/>
                  <a:pt x="0" y="585494"/>
                  <a:pt x="0" y="549774"/>
                </a:cubicBezTo>
                <a:lnTo>
                  <a:pt x="0" y="64677"/>
                </a:lnTo>
                <a:cubicBezTo>
                  <a:pt x="0" y="28981"/>
                  <a:pt x="28981" y="0"/>
                  <a:pt x="6467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58781" y="2433889"/>
            <a:ext cx="161698" cy="129358"/>
          </a:xfrm>
          <a:custGeom>
            <a:avLst/>
            <a:gdLst/>
            <a:ahLst/>
            <a:cxnLst/>
            <a:rect l="l" t="t" r="r" b="b"/>
            <a:pathLst>
              <a:path w="161698" h="129358">
                <a:moveTo>
                  <a:pt x="88934" y="0"/>
                </a:moveTo>
                <a:cubicBezTo>
                  <a:pt x="88934" y="-4472"/>
                  <a:pt x="85321" y="-8085"/>
                  <a:pt x="80849" y="-8085"/>
                </a:cubicBezTo>
                <a:cubicBezTo>
                  <a:pt x="76377" y="-8085"/>
                  <a:pt x="72764" y="-4472"/>
                  <a:pt x="72764" y="0"/>
                </a:cubicBezTo>
                <a:lnTo>
                  <a:pt x="72764" y="16170"/>
                </a:lnTo>
                <a:lnTo>
                  <a:pt x="48509" y="16170"/>
                </a:lnTo>
                <a:cubicBezTo>
                  <a:pt x="35119" y="16170"/>
                  <a:pt x="24255" y="27034"/>
                  <a:pt x="24255" y="40424"/>
                </a:cubicBezTo>
                <a:lnTo>
                  <a:pt x="24255" y="97019"/>
                </a:lnTo>
                <a:cubicBezTo>
                  <a:pt x="24255" y="110409"/>
                  <a:pt x="35119" y="121273"/>
                  <a:pt x="48509" y="121273"/>
                </a:cubicBezTo>
                <a:lnTo>
                  <a:pt x="113188" y="121273"/>
                </a:lnTo>
                <a:cubicBezTo>
                  <a:pt x="126579" y="121273"/>
                  <a:pt x="137443" y="110409"/>
                  <a:pt x="137443" y="97019"/>
                </a:cubicBezTo>
                <a:lnTo>
                  <a:pt x="137443" y="40424"/>
                </a:lnTo>
                <a:cubicBezTo>
                  <a:pt x="137443" y="27034"/>
                  <a:pt x="126579" y="16170"/>
                  <a:pt x="113188" y="16170"/>
                </a:cubicBezTo>
                <a:lnTo>
                  <a:pt x="88934" y="16170"/>
                </a:lnTo>
                <a:lnTo>
                  <a:pt x="88934" y="0"/>
                </a:lnTo>
                <a:close/>
                <a:moveTo>
                  <a:pt x="40424" y="92976"/>
                </a:moveTo>
                <a:cubicBezTo>
                  <a:pt x="40424" y="89616"/>
                  <a:pt x="43128" y="86912"/>
                  <a:pt x="46488" y="86912"/>
                </a:cubicBezTo>
                <a:lnTo>
                  <a:pt x="54573" y="86912"/>
                </a:lnTo>
                <a:cubicBezTo>
                  <a:pt x="57933" y="86912"/>
                  <a:pt x="60637" y="89616"/>
                  <a:pt x="60637" y="92976"/>
                </a:cubicBezTo>
                <a:cubicBezTo>
                  <a:pt x="60637" y="96336"/>
                  <a:pt x="57933" y="99040"/>
                  <a:pt x="54573" y="99040"/>
                </a:cubicBezTo>
                <a:lnTo>
                  <a:pt x="46488" y="99040"/>
                </a:lnTo>
                <a:cubicBezTo>
                  <a:pt x="43128" y="99040"/>
                  <a:pt x="40424" y="96336"/>
                  <a:pt x="40424" y="92976"/>
                </a:cubicBezTo>
                <a:close/>
                <a:moveTo>
                  <a:pt x="70743" y="92976"/>
                </a:moveTo>
                <a:cubicBezTo>
                  <a:pt x="70743" y="89616"/>
                  <a:pt x="73446" y="86912"/>
                  <a:pt x="76806" y="86912"/>
                </a:cubicBezTo>
                <a:lnTo>
                  <a:pt x="84891" y="86912"/>
                </a:lnTo>
                <a:cubicBezTo>
                  <a:pt x="88252" y="86912"/>
                  <a:pt x="90955" y="89616"/>
                  <a:pt x="90955" y="92976"/>
                </a:cubicBezTo>
                <a:cubicBezTo>
                  <a:pt x="90955" y="96336"/>
                  <a:pt x="88252" y="99040"/>
                  <a:pt x="84891" y="99040"/>
                </a:cubicBezTo>
                <a:lnTo>
                  <a:pt x="76806" y="99040"/>
                </a:lnTo>
                <a:cubicBezTo>
                  <a:pt x="73446" y="99040"/>
                  <a:pt x="70743" y="96336"/>
                  <a:pt x="70743" y="92976"/>
                </a:cubicBezTo>
                <a:close/>
                <a:moveTo>
                  <a:pt x="101061" y="92976"/>
                </a:moveTo>
                <a:cubicBezTo>
                  <a:pt x="101061" y="89616"/>
                  <a:pt x="103764" y="86912"/>
                  <a:pt x="107125" y="86912"/>
                </a:cubicBezTo>
                <a:lnTo>
                  <a:pt x="115210" y="86912"/>
                </a:lnTo>
                <a:cubicBezTo>
                  <a:pt x="118570" y="86912"/>
                  <a:pt x="121273" y="89616"/>
                  <a:pt x="121273" y="92976"/>
                </a:cubicBezTo>
                <a:cubicBezTo>
                  <a:pt x="121273" y="96336"/>
                  <a:pt x="118570" y="99040"/>
                  <a:pt x="115210" y="99040"/>
                </a:cubicBezTo>
                <a:lnTo>
                  <a:pt x="107125" y="99040"/>
                </a:lnTo>
                <a:cubicBezTo>
                  <a:pt x="103764" y="99040"/>
                  <a:pt x="101061" y="96336"/>
                  <a:pt x="101061" y="92976"/>
                </a:cubicBezTo>
                <a:close/>
                <a:moveTo>
                  <a:pt x="56594" y="44467"/>
                </a:moveTo>
                <a:cubicBezTo>
                  <a:pt x="63287" y="44467"/>
                  <a:pt x="68721" y="49901"/>
                  <a:pt x="68721" y="56594"/>
                </a:cubicBezTo>
                <a:cubicBezTo>
                  <a:pt x="68721" y="63287"/>
                  <a:pt x="63287" y="68721"/>
                  <a:pt x="56594" y="68721"/>
                </a:cubicBezTo>
                <a:cubicBezTo>
                  <a:pt x="49901" y="68721"/>
                  <a:pt x="44467" y="63287"/>
                  <a:pt x="44467" y="56594"/>
                </a:cubicBezTo>
                <a:cubicBezTo>
                  <a:pt x="44467" y="49901"/>
                  <a:pt x="49901" y="44467"/>
                  <a:pt x="56594" y="44467"/>
                </a:cubicBezTo>
                <a:close/>
                <a:moveTo>
                  <a:pt x="92976" y="56594"/>
                </a:moveTo>
                <a:cubicBezTo>
                  <a:pt x="92976" y="49901"/>
                  <a:pt x="98410" y="44467"/>
                  <a:pt x="105103" y="44467"/>
                </a:cubicBezTo>
                <a:cubicBezTo>
                  <a:pt x="111797" y="44467"/>
                  <a:pt x="117231" y="49901"/>
                  <a:pt x="117231" y="56594"/>
                </a:cubicBezTo>
                <a:cubicBezTo>
                  <a:pt x="117231" y="63287"/>
                  <a:pt x="111797" y="68721"/>
                  <a:pt x="105103" y="68721"/>
                </a:cubicBezTo>
                <a:cubicBezTo>
                  <a:pt x="98410" y="68721"/>
                  <a:pt x="92976" y="63287"/>
                  <a:pt x="92976" y="56594"/>
                </a:cubicBezTo>
                <a:close/>
                <a:moveTo>
                  <a:pt x="16170" y="56594"/>
                </a:moveTo>
                <a:cubicBezTo>
                  <a:pt x="16170" y="52122"/>
                  <a:pt x="12557" y="48509"/>
                  <a:pt x="8085" y="48509"/>
                </a:cubicBezTo>
                <a:cubicBezTo>
                  <a:pt x="3613" y="48509"/>
                  <a:pt x="0" y="52122"/>
                  <a:pt x="0" y="56594"/>
                </a:cubicBezTo>
                <a:lnTo>
                  <a:pt x="0" y="80849"/>
                </a:lnTo>
                <a:cubicBezTo>
                  <a:pt x="0" y="85321"/>
                  <a:pt x="3613" y="88934"/>
                  <a:pt x="8085" y="88934"/>
                </a:cubicBezTo>
                <a:cubicBezTo>
                  <a:pt x="12557" y="88934"/>
                  <a:pt x="16170" y="85321"/>
                  <a:pt x="16170" y="80849"/>
                </a:cubicBezTo>
                <a:lnTo>
                  <a:pt x="16170" y="56594"/>
                </a:lnTo>
                <a:close/>
                <a:moveTo>
                  <a:pt x="153613" y="48509"/>
                </a:moveTo>
                <a:cubicBezTo>
                  <a:pt x="149141" y="48509"/>
                  <a:pt x="145528" y="52122"/>
                  <a:pt x="145528" y="56594"/>
                </a:cubicBezTo>
                <a:lnTo>
                  <a:pt x="145528" y="80849"/>
                </a:lnTo>
                <a:cubicBezTo>
                  <a:pt x="145528" y="85321"/>
                  <a:pt x="149141" y="88934"/>
                  <a:pt x="153613" y="88934"/>
                </a:cubicBezTo>
                <a:cubicBezTo>
                  <a:pt x="158085" y="88934"/>
                  <a:pt x="161698" y="85321"/>
                  <a:pt x="161698" y="80849"/>
                </a:cubicBezTo>
                <a:lnTo>
                  <a:pt x="161698" y="56594"/>
                </a:lnTo>
                <a:cubicBezTo>
                  <a:pt x="161698" y="52122"/>
                  <a:pt x="158085" y="48509"/>
                  <a:pt x="153613" y="4850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4" name="Text 42"/>
          <p:cNvSpPr/>
          <p:nvPr/>
        </p:nvSpPr>
        <p:spPr>
          <a:xfrm>
            <a:off x="6685046" y="2401604"/>
            <a:ext cx="654875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Literacy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58781" y="2660289"/>
            <a:ext cx="2482058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Viết prompt, hiểu giới hạn AI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076542" y="2304609"/>
            <a:ext cx="2619501" cy="614451"/>
          </a:xfrm>
          <a:custGeom>
            <a:avLst/>
            <a:gdLst/>
            <a:ahLst/>
            <a:cxnLst/>
            <a:rect l="l" t="t" r="r" b="b"/>
            <a:pathLst>
              <a:path w="2619501" h="614451">
                <a:moveTo>
                  <a:pt x="64677" y="0"/>
                </a:moveTo>
                <a:lnTo>
                  <a:pt x="2554824" y="0"/>
                </a:lnTo>
                <a:cubicBezTo>
                  <a:pt x="2590544" y="0"/>
                  <a:pt x="2619501" y="28957"/>
                  <a:pt x="2619501" y="64677"/>
                </a:cubicBezTo>
                <a:lnTo>
                  <a:pt x="2619501" y="549774"/>
                </a:lnTo>
                <a:cubicBezTo>
                  <a:pt x="2619501" y="585494"/>
                  <a:pt x="2590544" y="614451"/>
                  <a:pt x="2554824" y="614451"/>
                </a:cubicBezTo>
                <a:lnTo>
                  <a:pt x="64677" y="614451"/>
                </a:lnTo>
                <a:cubicBezTo>
                  <a:pt x="28957" y="614451"/>
                  <a:pt x="0" y="585494"/>
                  <a:pt x="0" y="549774"/>
                </a:cubicBezTo>
                <a:lnTo>
                  <a:pt x="0" y="64677"/>
                </a:lnTo>
                <a:cubicBezTo>
                  <a:pt x="0" y="28981"/>
                  <a:pt x="28981" y="0"/>
                  <a:pt x="6467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189702" y="2433889"/>
            <a:ext cx="129358" cy="129358"/>
          </a:xfrm>
          <a:custGeom>
            <a:avLst/>
            <a:gdLst/>
            <a:ahLst/>
            <a:cxnLst/>
            <a:rect l="l" t="t" r="r" b="b"/>
            <a:pathLst>
              <a:path w="129358" h="129358">
                <a:moveTo>
                  <a:pt x="121298" y="48509"/>
                </a:moveTo>
                <a:lnTo>
                  <a:pt x="123294" y="48509"/>
                </a:lnTo>
                <a:cubicBezTo>
                  <a:pt x="126655" y="48509"/>
                  <a:pt x="129358" y="45806"/>
                  <a:pt x="129358" y="42446"/>
                </a:cubicBezTo>
                <a:lnTo>
                  <a:pt x="129358" y="6064"/>
                </a:lnTo>
                <a:cubicBezTo>
                  <a:pt x="129358" y="3613"/>
                  <a:pt x="127893" y="1390"/>
                  <a:pt x="125619" y="455"/>
                </a:cubicBezTo>
                <a:cubicBezTo>
                  <a:pt x="123345" y="-480"/>
                  <a:pt x="120743" y="51"/>
                  <a:pt x="118999" y="1769"/>
                </a:cubicBezTo>
                <a:lnTo>
                  <a:pt x="105937" y="14856"/>
                </a:lnTo>
                <a:cubicBezTo>
                  <a:pt x="94745" y="5584"/>
                  <a:pt x="80344" y="0"/>
                  <a:pt x="64679" y="0"/>
                </a:cubicBezTo>
                <a:cubicBezTo>
                  <a:pt x="32087" y="0"/>
                  <a:pt x="5129" y="24103"/>
                  <a:pt x="657" y="55457"/>
                </a:cubicBezTo>
                <a:cubicBezTo>
                  <a:pt x="25" y="59879"/>
                  <a:pt x="3082" y="63972"/>
                  <a:pt x="7504" y="64603"/>
                </a:cubicBezTo>
                <a:cubicBezTo>
                  <a:pt x="11925" y="65235"/>
                  <a:pt x="16018" y="62153"/>
                  <a:pt x="16650" y="57756"/>
                </a:cubicBezTo>
                <a:cubicBezTo>
                  <a:pt x="20010" y="34234"/>
                  <a:pt x="40248" y="16170"/>
                  <a:pt x="64679" y="16170"/>
                </a:cubicBezTo>
                <a:cubicBezTo>
                  <a:pt x="75897" y="16170"/>
                  <a:pt x="86205" y="19960"/>
                  <a:pt x="94416" y="26352"/>
                </a:cubicBezTo>
                <a:lnTo>
                  <a:pt x="82617" y="38151"/>
                </a:lnTo>
                <a:cubicBezTo>
                  <a:pt x="80874" y="39894"/>
                  <a:pt x="80369" y="42496"/>
                  <a:pt x="81304" y="44770"/>
                </a:cubicBezTo>
                <a:cubicBezTo>
                  <a:pt x="82238" y="47044"/>
                  <a:pt x="84462" y="48509"/>
                  <a:pt x="86912" y="48509"/>
                </a:cubicBezTo>
                <a:lnTo>
                  <a:pt x="121298" y="48509"/>
                </a:lnTo>
                <a:close/>
                <a:moveTo>
                  <a:pt x="128726" y="73901"/>
                </a:moveTo>
                <a:cubicBezTo>
                  <a:pt x="129358" y="69479"/>
                  <a:pt x="126276" y="65386"/>
                  <a:pt x="121880" y="64755"/>
                </a:cubicBezTo>
                <a:cubicBezTo>
                  <a:pt x="117483" y="64123"/>
                  <a:pt x="113365" y="67206"/>
                  <a:pt x="112734" y="71602"/>
                </a:cubicBezTo>
                <a:cubicBezTo>
                  <a:pt x="109373" y="95098"/>
                  <a:pt x="89136" y="113163"/>
                  <a:pt x="64704" y="113163"/>
                </a:cubicBezTo>
                <a:cubicBezTo>
                  <a:pt x="53487" y="113163"/>
                  <a:pt x="43178" y="109373"/>
                  <a:pt x="34967" y="102981"/>
                </a:cubicBezTo>
                <a:lnTo>
                  <a:pt x="46741" y="91208"/>
                </a:lnTo>
                <a:cubicBezTo>
                  <a:pt x="48484" y="89464"/>
                  <a:pt x="48989" y="86862"/>
                  <a:pt x="48055" y="84588"/>
                </a:cubicBezTo>
                <a:cubicBezTo>
                  <a:pt x="47120" y="82314"/>
                  <a:pt x="44896" y="80849"/>
                  <a:pt x="42446" y="80849"/>
                </a:cubicBezTo>
                <a:lnTo>
                  <a:pt x="6064" y="80849"/>
                </a:lnTo>
                <a:cubicBezTo>
                  <a:pt x="2703" y="80849"/>
                  <a:pt x="0" y="83552"/>
                  <a:pt x="0" y="86912"/>
                </a:cubicBezTo>
                <a:lnTo>
                  <a:pt x="0" y="123294"/>
                </a:lnTo>
                <a:cubicBezTo>
                  <a:pt x="0" y="125745"/>
                  <a:pt x="1465" y="127969"/>
                  <a:pt x="3739" y="128903"/>
                </a:cubicBezTo>
                <a:cubicBezTo>
                  <a:pt x="6013" y="129838"/>
                  <a:pt x="8615" y="129308"/>
                  <a:pt x="10359" y="127590"/>
                </a:cubicBezTo>
                <a:lnTo>
                  <a:pt x="23446" y="114502"/>
                </a:lnTo>
                <a:cubicBezTo>
                  <a:pt x="34613" y="123774"/>
                  <a:pt x="49015" y="129358"/>
                  <a:pt x="64679" y="129358"/>
                </a:cubicBezTo>
                <a:cubicBezTo>
                  <a:pt x="97271" y="129358"/>
                  <a:pt x="124229" y="105255"/>
                  <a:pt x="128701" y="7390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8" name="Text 46"/>
          <p:cNvSpPr/>
          <p:nvPr/>
        </p:nvSpPr>
        <p:spPr>
          <a:xfrm>
            <a:off x="9399797" y="2401604"/>
            <a:ext cx="1026780" cy="194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Học &amp; Thích nghi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173533" y="2660289"/>
            <a:ext cx="2482058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Cập nhật công nghệ liên tục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5601" y="3255711"/>
            <a:ext cx="5668400" cy="3598670"/>
          </a:xfrm>
          <a:custGeom>
            <a:avLst/>
            <a:gdLst/>
            <a:ahLst/>
            <a:cxnLst/>
            <a:rect l="l" t="t" r="r" b="b"/>
            <a:pathLst>
              <a:path w="5668400" h="3598670">
                <a:moveTo>
                  <a:pt x="97020" y="0"/>
                </a:moveTo>
                <a:lnTo>
                  <a:pt x="5571379" y="0"/>
                </a:lnTo>
                <a:cubicBezTo>
                  <a:pt x="5624962" y="0"/>
                  <a:pt x="5668400" y="43437"/>
                  <a:pt x="5668400" y="97020"/>
                </a:cubicBezTo>
                <a:lnTo>
                  <a:pt x="5668400" y="3501650"/>
                </a:lnTo>
                <a:cubicBezTo>
                  <a:pt x="5668400" y="3555233"/>
                  <a:pt x="5624962" y="3598670"/>
                  <a:pt x="5571379" y="3598670"/>
                </a:cubicBezTo>
                <a:lnTo>
                  <a:pt x="97020" y="3598670"/>
                </a:lnTo>
                <a:cubicBezTo>
                  <a:pt x="43437" y="3598670"/>
                  <a:pt x="0" y="3555233"/>
                  <a:pt x="0" y="3501650"/>
                </a:cubicBezTo>
                <a:lnTo>
                  <a:pt x="0" y="97020"/>
                </a:lnTo>
                <a:cubicBezTo>
                  <a:pt x="0" y="43473"/>
                  <a:pt x="43473" y="0"/>
                  <a:pt x="9702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82003" y="3454178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20212" y="20212"/>
                </a:moveTo>
                <a:cubicBezTo>
                  <a:pt x="20212" y="14622"/>
                  <a:pt x="15696" y="10106"/>
                  <a:pt x="10106" y="10106"/>
                </a:cubicBezTo>
                <a:cubicBezTo>
                  <a:pt x="4516" y="10106"/>
                  <a:pt x="0" y="14622"/>
                  <a:pt x="0" y="20212"/>
                </a:cubicBezTo>
                <a:lnTo>
                  <a:pt x="0" y="126326"/>
                </a:lnTo>
                <a:cubicBezTo>
                  <a:pt x="0" y="140285"/>
                  <a:pt x="11306" y="151592"/>
                  <a:pt x="25265" y="151592"/>
                </a:cubicBezTo>
                <a:lnTo>
                  <a:pt x="151592" y="151592"/>
                </a:lnTo>
                <a:cubicBezTo>
                  <a:pt x="157181" y="151592"/>
                  <a:pt x="161698" y="147075"/>
                  <a:pt x="161698" y="141485"/>
                </a:cubicBezTo>
                <a:cubicBezTo>
                  <a:pt x="161698" y="135895"/>
                  <a:pt x="157181" y="131379"/>
                  <a:pt x="151592" y="131379"/>
                </a:cubicBezTo>
                <a:lnTo>
                  <a:pt x="25265" y="131379"/>
                </a:lnTo>
                <a:cubicBezTo>
                  <a:pt x="22486" y="131379"/>
                  <a:pt x="20212" y="129105"/>
                  <a:pt x="20212" y="126326"/>
                </a:cubicBezTo>
                <a:lnTo>
                  <a:pt x="20212" y="20212"/>
                </a:lnTo>
                <a:close/>
                <a:moveTo>
                  <a:pt x="148623" y="47562"/>
                </a:moveTo>
                <a:cubicBezTo>
                  <a:pt x="152571" y="43614"/>
                  <a:pt x="152571" y="37203"/>
                  <a:pt x="148623" y="33255"/>
                </a:cubicBezTo>
                <a:cubicBezTo>
                  <a:pt x="144675" y="29308"/>
                  <a:pt x="138264" y="29308"/>
                  <a:pt x="134316" y="33255"/>
                </a:cubicBezTo>
                <a:lnTo>
                  <a:pt x="101061" y="66542"/>
                </a:lnTo>
                <a:lnTo>
                  <a:pt x="82933" y="48446"/>
                </a:lnTo>
                <a:cubicBezTo>
                  <a:pt x="78985" y="44498"/>
                  <a:pt x="72574" y="44498"/>
                  <a:pt x="68627" y="48446"/>
                </a:cubicBezTo>
                <a:lnTo>
                  <a:pt x="38308" y="78764"/>
                </a:lnTo>
                <a:cubicBezTo>
                  <a:pt x="34361" y="82712"/>
                  <a:pt x="34361" y="89123"/>
                  <a:pt x="38308" y="93071"/>
                </a:cubicBezTo>
                <a:cubicBezTo>
                  <a:pt x="42256" y="97019"/>
                  <a:pt x="48667" y="97019"/>
                  <a:pt x="52615" y="93071"/>
                </a:cubicBezTo>
                <a:lnTo>
                  <a:pt x="75796" y="69890"/>
                </a:lnTo>
                <a:lnTo>
                  <a:pt x="93924" y="88018"/>
                </a:lnTo>
                <a:cubicBezTo>
                  <a:pt x="97871" y="91966"/>
                  <a:pt x="104282" y="91966"/>
                  <a:pt x="108230" y="88018"/>
                </a:cubicBezTo>
                <a:lnTo>
                  <a:pt x="148654" y="4759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2" name="Text 50"/>
          <p:cNvSpPr/>
          <p:nvPr/>
        </p:nvSpPr>
        <p:spPr>
          <a:xfrm>
            <a:off x="6660903" y="3421894"/>
            <a:ext cx="1770589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Tác động đến năng suất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77961" y="3809716"/>
            <a:ext cx="129358" cy="129358"/>
          </a:xfrm>
          <a:custGeom>
            <a:avLst/>
            <a:gdLst/>
            <a:ahLst/>
            <a:cxnLst/>
            <a:rect l="l" t="t" r="r" b="b"/>
            <a:pathLst>
              <a:path w="129358" h="129358">
                <a:moveTo>
                  <a:pt x="64679" y="129358"/>
                </a:moveTo>
                <a:cubicBezTo>
                  <a:pt x="100376" y="129358"/>
                  <a:pt x="129358" y="100376"/>
                  <a:pt x="129358" y="64679"/>
                </a:cubicBezTo>
                <a:cubicBezTo>
                  <a:pt x="129358" y="28982"/>
                  <a:pt x="100376" y="0"/>
                  <a:pt x="64679" y="0"/>
                </a:cubicBezTo>
                <a:cubicBezTo>
                  <a:pt x="28982" y="0"/>
                  <a:pt x="0" y="28982"/>
                  <a:pt x="0" y="64679"/>
                </a:cubicBezTo>
                <a:cubicBezTo>
                  <a:pt x="0" y="100376"/>
                  <a:pt x="28982" y="129358"/>
                  <a:pt x="64679" y="129358"/>
                </a:cubicBezTo>
                <a:close/>
                <a:moveTo>
                  <a:pt x="58615" y="86912"/>
                </a:moveTo>
                <a:lnTo>
                  <a:pt x="58615" y="70743"/>
                </a:lnTo>
                <a:lnTo>
                  <a:pt x="42446" y="70743"/>
                </a:lnTo>
                <a:cubicBezTo>
                  <a:pt x="39085" y="70743"/>
                  <a:pt x="36382" y="68039"/>
                  <a:pt x="36382" y="64679"/>
                </a:cubicBezTo>
                <a:cubicBezTo>
                  <a:pt x="36382" y="61319"/>
                  <a:pt x="39085" y="58615"/>
                  <a:pt x="42446" y="58615"/>
                </a:cubicBezTo>
                <a:lnTo>
                  <a:pt x="58615" y="58615"/>
                </a:lnTo>
                <a:lnTo>
                  <a:pt x="58615" y="42446"/>
                </a:lnTo>
                <a:cubicBezTo>
                  <a:pt x="58615" y="39085"/>
                  <a:pt x="61319" y="36382"/>
                  <a:pt x="64679" y="36382"/>
                </a:cubicBezTo>
                <a:cubicBezTo>
                  <a:pt x="68039" y="36382"/>
                  <a:pt x="70743" y="39085"/>
                  <a:pt x="70743" y="42446"/>
                </a:cubicBezTo>
                <a:lnTo>
                  <a:pt x="70743" y="58615"/>
                </a:lnTo>
                <a:lnTo>
                  <a:pt x="86912" y="58615"/>
                </a:lnTo>
                <a:cubicBezTo>
                  <a:pt x="90273" y="58615"/>
                  <a:pt x="92976" y="61319"/>
                  <a:pt x="92976" y="64679"/>
                </a:cubicBezTo>
                <a:cubicBezTo>
                  <a:pt x="92976" y="68039"/>
                  <a:pt x="90273" y="70743"/>
                  <a:pt x="86912" y="70743"/>
                </a:cubicBezTo>
                <a:lnTo>
                  <a:pt x="70743" y="70743"/>
                </a:lnTo>
                <a:lnTo>
                  <a:pt x="70743" y="86912"/>
                </a:lnTo>
                <a:cubicBezTo>
                  <a:pt x="70743" y="90273"/>
                  <a:pt x="68039" y="92976"/>
                  <a:pt x="64679" y="92976"/>
                </a:cubicBezTo>
                <a:cubicBezTo>
                  <a:pt x="61319" y="92976"/>
                  <a:pt x="58615" y="90273"/>
                  <a:pt x="58615" y="86912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4" name="Text 52"/>
          <p:cNvSpPr/>
          <p:nvPr/>
        </p:nvSpPr>
        <p:spPr>
          <a:xfrm>
            <a:off x="6588055" y="3777439"/>
            <a:ext cx="1131883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Tăng tốc độ phát triển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77961" y="4068408"/>
            <a:ext cx="129358" cy="129358"/>
          </a:xfrm>
          <a:custGeom>
            <a:avLst/>
            <a:gdLst/>
            <a:ahLst/>
            <a:cxnLst/>
            <a:rect l="l" t="t" r="r" b="b"/>
            <a:pathLst>
              <a:path w="129358" h="129358">
                <a:moveTo>
                  <a:pt x="64679" y="129358"/>
                </a:moveTo>
                <a:cubicBezTo>
                  <a:pt x="100376" y="129358"/>
                  <a:pt x="129358" y="100376"/>
                  <a:pt x="129358" y="64679"/>
                </a:cubicBezTo>
                <a:cubicBezTo>
                  <a:pt x="129358" y="28982"/>
                  <a:pt x="100376" y="0"/>
                  <a:pt x="64679" y="0"/>
                </a:cubicBezTo>
                <a:cubicBezTo>
                  <a:pt x="28982" y="0"/>
                  <a:pt x="0" y="28982"/>
                  <a:pt x="0" y="64679"/>
                </a:cubicBezTo>
                <a:cubicBezTo>
                  <a:pt x="0" y="100376"/>
                  <a:pt x="28982" y="129358"/>
                  <a:pt x="64679" y="129358"/>
                </a:cubicBezTo>
                <a:close/>
                <a:moveTo>
                  <a:pt x="58615" y="86912"/>
                </a:moveTo>
                <a:lnTo>
                  <a:pt x="58615" y="70743"/>
                </a:lnTo>
                <a:lnTo>
                  <a:pt x="42446" y="70743"/>
                </a:lnTo>
                <a:cubicBezTo>
                  <a:pt x="39085" y="70743"/>
                  <a:pt x="36382" y="68039"/>
                  <a:pt x="36382" y="64679"/>
                </a:cubicBezTo>
                <a:cubicBezTo>
                  <a:pt x="36382" y="61319"/>
                  <a:pt x="39085" y="58615"/>
                  <a:pt x="42446" y="58615"/>
                </a:cubicBezTo>
                <a:lnTo>
                  <a:pt x="58615" y="58615"/>
                </a:lnTo>
                <a:lnTo>
                  <a:pt x="58615" y="42446"/>
                </a:lnTo>
                <a:cubicBezTo>
                  <a:pt x="58615" y="39085"/>
                  <a:pt x="61319" y="36382"/>
                  <a:pt x="64679" y="36382"/>
                </a:cubicBezTo>
                <a:cubicBezTo>
                  <a:pt x="68039" y="36382"/>
                  <a:pt x="70743" y="39085"/>
                  <a:pt x="70743" y="42446"/>
                </a:cubicBezTo>
                <a:lnTo>
                  <a:pt x="70743" y="58615"/>
                </a:lnTo>
                <a:lnTo>
                  <a:pt x="86912" y="58615"/>
                </a:lnTo>
                <a:cubicBezTo>
                  <a:pt x="90273" y="58615"/>
                  <a:pt x="92976" y="61319"/>
                  <a:pt x="92976" y="64679"/>
                </a:cubicBezTo>
                <a:cubicBezTo>
                  <a:pt x="92976" y="68039"/>
                  <a:pt x="90273" y="70743"/>
                  <a:pt x="86912" y="70743"/>
                </a:cubicBezTo>
                <a:lnTo>
                  <a:pt x="70743" y="70743"/>
                </a:lnTo>
                <a:lnTo>
                  <a:pt x="70743" y="86912"/>
                </a:lnTo>
                <a:cubicBezTo>
                  <a:pt x="70743" y="90273"/>
                  <a:pt x="68039" y="92976"/>
                  <a:pt x="64679" y="92976"/>
                </a:cubicBezTo>
                <a:cubicBezTo>
                  <a:pt x="61319" y="92976"/>
                  <a:pt x="58615" y="90273"/>
                  <a:pt x="58615" y="86912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6" name="Text 54"/>
          <p:cNvSpPr/>
          <p:nvPr/>
        </p:nvSpPr>
        <p:spPr>
          <a:xfrm>
            <a:off x="6588055" y="4036124"/>
            <a:ext cx="1261241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Giảm thờI gian viết code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77961" y="4327093"/>
            <a:ext cx="129358" cy="129358"/>
          </a:xfrm>
          <a:custGeom>
            <a:avLst/>
            <a:gdLst/>
            <a:ahLst/>
            <a:cxnLst/>
            <a:rect l="l" t="t" r="r" b="b"/>
            <a:pathLst>
              <a:path w="129358" h="129358">
                <a:moveTo>
                  <a:pt x="64679" y="129358"/>
                </a:moveTo>
                <a:cubicBezTo>
                  <a:pt x="100376" y="129358"/>
                  <a:pt x="129358" y="100376"/>
                  <a:pt x="129358" y="64679"/>
                </a:cubicBezTo>
                <a:cubicBezTo>
                  <a:pt x="129358" y="28982"/>
                  <a:pt x="100376" y="0"/>
                  <a:pt x="64679" y="0"/>
                </a:cubicBezTo>
                <a:cubicBezTo>
                  <a:pt x="28982" y="0"/>
                  <a:pt x="0" y="28982"/>
                  <a:pt x="0" y="64679"/>
                </a:cubicBezTo>
                <a:cubicBezTo>
                  <a:pt x="0" y="100376"/>
                  <a:pt x="28982" y="129358"/>
                  <a:pt x="64679" y="129358"/>
                </a:cubicBezTo>
                <a:close/>
                <a:moveTo>
                  <a:pt x="58615" y="86912"/>
                </a:moveTo>
                <a:lnTo>
                  <a:pt x="58615" y="70743"/>
                </a:lnTo>
                <a:lnTo>
                  <a:pt x="42446" y="70743"/>
                </a:lnTo>
                <a:cubicBezTo>
                  <a:pt x="39085" y="70743"/>
                  <a:pt x="36382" y="68039"/>
                  <a:pt x="36382" y="64679"/>
                </a:cubicBezTo>
                <a:cubicBezTo>
                  <a:pt x="36382" y="61319"/>
                  <a:pt x="39085" y="58615"/>
                  <a:pt x="42446" y="58615"/>
                </a:cubicBezTo>
                <a:lnTo>
                  <a:pt x="58615" y="58615"/>
                </a:lnTo>
                <a:lnTo>
                  <a:pt x="58615" y="42446"/>
                </a:lnTo>
                <a:cubicBezTo>
                  <a:pt x="58615" y="39085"/>
                  <a:pt x="61319" y="36382"/>
                  <a:pt x="64679" y="36382"/>
                </a:cubicBezTo>
                <a:cubicBezTo>
                  <a:pt x="68039" y="36382"/>
                  <a:pt x="70743" y="39085"/>
                  <a:pt x="70743" y="42446"/>
                </a:cubicBezTo>
                <a:lnTo>
                  <a:pt x="70743" y="58615"/>
                </a:lnTo>
                <a:lnTo>
                  <a:pt x="86912" y="58615"/>
                </a:lnTo>
                <a:cubicBezTo>
                  <a:pt x="90273" y="58615"/>
                  <a:pt x="92976" y="61319"/>
                  <a:pt x="92976" y="64679"/>
                </a:cubicBezTo>
                <a:cubicBezTo>
                  <a:pt x="92976" y="68039"/>
                  <a:pt x="90273" y="70743"/>
                  <a:pt x="86912" y="70743"/>
                </a:cubicBezTo>
                <a:lnTo>
                  <a:pt x="70743" y="70743"/>
                </a:lnTo>
                <a:lnTo>
                  <a:pt x="70743" y="86912"/>
                </a:lnTo>
                <a:cubicBezTo>
                  <a:pt x="70743" y="90273"/>
                  <a:pt x="68039" y="92976"/>
                  <a:pt x="64679" y="92976"/>
                </a:cubicBezTo>
                <a:cubicBezTo>
                  <a:pt x="61319" y="92976"/>
                  <a:pt x="58615" y="90273"/>
                  <a:pt x="58615" y="86912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8" name="Text 56"/>
          <p:cNvSpPr/>
          <p:nvPr/>
        </p:nvSpPr>
        <p:spPr>
          <a:xfrm>
            <a:off x="6588055" y="4294809"/>
            <a:ext cx="1325920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Tự động hóa tác vụ lặp lại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61791" y="4553501"/>
            <a:ext cx="5336021" cy="355735"/>
          </a:xfrm>
          <a:custGeom>
            <a:avLst/>
            <a:gdLst/>
            <a:ahLst/>
            <a:cxnLst/>
            <a:rect l="l" t="t" r="r" b="b"/>
            <a:pathLst>
              <a:path w="5336021" h="355735">
                <a:moveTo>
                  <a:pt x="64680" y="0"/>
                </a:moveTo>
                <a:lnTo>
                  <a:pt x="5271342" y="0"/>
                </a:lnTo>
                <a:cubicBezTo>
                  <a:pt x="5307063" y="0"/>
                  <a:pt x="5336021" y="28958"/>
                  <a:pt x="5336021" y="64680"/>
                </a:cubicBezTo>
                <a:lnTo>
                  <a:pt x="5336021" y="291055"/>
                </a:lnTo>
                <a:cubicBezTo>
                  <a:pt x="5336021" y="326777"/>
                  <a:pt x="5307063" y="355735"/>
                  <a:pt x="5271342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458781" y="4650488"/>
            <a:ext cx="5198578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⚠️ Nhưng cần cân bằng tốc độ và chất lượng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608" y="351608"/>
            <a:ext cx="11559106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spc="55" kern="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CHƯƠNG 5: ARCHITECTURE &amp; FUTURE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1608" y="632860"/>
            <a:ext cx="11647008" cy="35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Xu hướng tương lai và Giới hạn của GenAI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6491" y="1165155"/>
            <a:ext cx="5626701" cy="3596166"/>
          </a:xfrm>
          <a:custGeom>
            <a:avLst/>
            <a:gdLst/>
            <a:ahLst/>
            <a:cxnLst/>
            <a:rect l="l" t="t" r="r" b="b"/>
            <a:pathLst>
              <a:path w="5626701" h="3596166">
                <a:moveTo>
                  <a:pt x="105476" y="0"/>
                </a:moveTo>
                <a:lnTo>
                  <a:pt x="5521226" y="0"/>
                </a:lnTo>
                <a:cubicBezTo>
                  <a:pt x="5579478" y="0"/>
                  <a:pt x="5626701" y="47223"/>
                  <a:pt x="5626701" y="105476"/>
                </a:cubicBezTo>
                <a:lnTo>
                  <a:pt x="5626701" y="3490691"/>
                </a:lnTo>
                <a:cubicBezTo>
                  <a:pt x="5626701" y="3548943"/>
                  <a:pt x="5579478" y="3596166"/>
                  <a:pt x="5521226" y="3596166"/>
                </a:cubicBezTo>
                <a:lnTo>
                  <a:pt x="105476" y="3596166"/>
                </a:lnTo>
                <a:cubicBezTo>
                  <a:pt x="47223" y="3596166"/>
                  <a:pt x="0" y="3548943"/>
                  <a:pt x="0" y="3490691"/>
                </a:cubicBezTo>
                <a:lnTo>
                  <a:pt x="0" y="105476"/>
                </a:lnTo>
                <a:cubicBezTo>
                  <a:pt x="0" y="47262"/>
                  <a:pt x="47262" y="0"/>
                  <a:pt x="10547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9154" y="1380945"/>
            <a:ext cx="175804" cy="175804"/>
          </a:xfrm>
          <a:custGeom>
            <a:avLst/>
            <a:gdLst/>
            <a:ahLst/>
            <a:cxnLst/>
            <a:rect l="l" t="t" r="r" b="b"/>
            <a:pathLst>
              <a:path w="175804" h="175804">
                <a:moveTo>
                  <a:pt x="43951" y="109877"/>
                </a:moveTo>
                <a:lnTo>
                  <a:pt x="8412" y="109877"/>
                </a:lnTo>
                <a:cubicBezTo>
                  <a:pt x="-137" y="109877"/>
                  <a:pt x="-5391" y="100572"/>
                  <a:pt x="-996" y="93224"/>
                </a:cubicBezTo>
                <a:lnTo>
                  <a:pt x="17168" y="62939"/>
                </a:lnTo>
                <a:cubicBezTo>
                  <a:pt x="20156" y="57960"/>
                  <a:pt x="25512" y="54939"/>
                  <a:pt x="31315" y="54939"/>
                </a:cubicBezTo>
                <a:lnTo>
                  <a:pt x="63935" y="54939"/>
                </a:lnTo>
                <a:cubicBezTo>
                  <a:pt x="90065" y="10679"/>
                  <a:pt x="129037" y="8447"/>
                  <a:pt x="155099" y="12258"/>
                </a:cubicBezTo>
                <a:cubicBezTo>
                  <a:pt x="159494" y="12911"/>
                  <a:pt x="162928" y="16344"/>
                  <a:pt x="163546" y="20705"/>
                </a:cubicBezTo>
                <a:cubicBezTo>
                  <a:pt x="167357" y="46767"/>
                  <a:pt x="165125" y="85739"/>
                  <a:pt x="120865" y="111869"/>
                </a:cubicBezTo>
                <a:lnTo>
                  <a:pt x="120865" y="144489"/>
                </a:lnTo>
                <a:cubicBezTo>
                  <a:pt x="120865" y="150292"/>
                  <a:pt x="117844" y="155648"/>
                  <a:pt x="112865" y="158636"/>
                </a:cubicBezTo>
                <a:lnTo>
                  <a:pt x="82580" y="176800"/>
                </a:lnTo>
                <a:cubicBezTo>
                  <a:pt x="75266" y="181195"/>
                  <a:pt x="65926" y="175907"/>
                  <a:pt x="65926" y="167391"/>
                </a:cubicBezTo>
                <a:lnTo>
                  <a:pt x="65926" y="131853"/>
                </a:lnTo>
                <a:cubicBezTo>
                  <a:pt x="65926" y="119732"/>
                  <a:pt x="56072" y="109877"/>
                  <a:pt x="43951" y="109877"/>
                </a:cubicBezTo>
                <a:lnTo>
                  <a:pt x="43917" y="109877"/>
                </a:lnTo>
                <a:close/>
                <a:moveTo>
                  <a:pt x="137347" y="54939"/>
                </a:moveTo>
                <a:cubicBezTo>
                  <a:pt x="137347" y="45842"/>
                  <a:pt x="129962" y="38457"/>
                  <a:pt x="120865" y="38457"/>
                </a:cubicBezTo>
                <a:cubicBezTo>
                  <a:pt x="111769" y="38457"/>
                  <a:pt x="104384" y="45842"/>
                  <a:pt x="104384" y="54939"/>
                </a:cubicBezTo>
                <a:cubicBezTo>
                  <a:pt x="104384" y="64035"/>
                  <a:pt x="111769" y="71420"/>
                  <a:pt x="120865" y="71420"/>
                </a:cubicBezTo>
                <a:cubicBezTo>
                  <a:pt x="129962" y="71420"/>
                  <a:pt x="137347" y="64035"/>
                  <a:pt x="137347" y="5493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Text 4"/>
          <p:cNvSpPr/>
          <p:nvPr/>
        </p:nvSpPr>
        <p:spPr>
          <a:xfrm>
            <a:off x="862385" y="1345844"/>
            <a:ext cx="1634976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Xu hướng tương lai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7179" y="1732398"/>
            <a:ext cx="5265327" cy="632894"/>
          </a:xfrm>
          <a:custGeom>
            <a:avLst/>
            <a:gdLst/>
            <a:ahLst/>
            <a:cxnLst/>
            <a:rect l="l" t="t" r="r" b="b"/>
            <a:pathLst>
              <a:path w="5265327" h="632894">
                <a:moveTo>
                  <a:pt x="70321" y="0"/>
                </a:moveTo>
                <a:lnTo>
                  <a:pt x="5195006" y="0"/>
                </a:lnTo>
                <a:cubicBezTo>
                  <a:pt x="5233843" y="0"/>
                  <a:pt x="5265327" y="31484"/>
                  <a:pt x="5265327" y="70321"/>
                </a:cubicBezTo>
                <a:lnTo>
                  <a:pt x="5265327" y="562573"/>
                </a:lnTo>
                <a:cubicBezTo>
                  <a:pt x="5265327" y="601410"/>
                  <a:pt x="5233843" y="632894"/>
                  <a:pt x="5195006" y="632894"/>
                </a:cubicBezTo>
                <a:lnTo>
                  <a:pt x="70321" y="632894"/>
                </a:lnTo>
                <a:cubicBezTo>
                  <a:pt x="31484" y="632894"/>
                  <a:pt x="0" y="601410"/>
                  <a:pt x="0" y="562573"/>
                </a:cubicBezTo>
                <a:lnTo>
                  <a:pt x="0" y="70321"/>
                </a:lnTo>
                <a:cubicBezTo>
                  <a:pt x="0" y="31510"/>
                  <a:pt x="31510" y="0"/>
                  <a:pt x="7032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2630" y="1837855"/>
            <a:ext cx="512468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Language Programming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2630" y="2084006"/>
            <a:ext cx="5115893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Mô tả yêu cầu → AI tạo code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7179" y="2470560"/>
            <a:ext cx="5265327" cy="632894"/>
          </a:xfrm>
          <a:custGeom>
            <a:avLst/>
            <a:gdLst/>
            <a:ahLst/>
            <a:cxnLst/>
            <a:rect l="l" t="t" r="r" b="b"/>
            <a:pathLst>
              <a:path w="5265327" h="632894">
                <a:moveTo>
                  <a:pt x="70321" y="0"/>
                </a:moveTo>
                <a:lnTo>
                  <a:pt x="5195006" y="0"/>
                </a:lnTo>
                <a:cubicBezTo>
                  <a:pt x="5233843" y="0"/>
                  <a:pt x="5265327" y="31484"/>
                  <a:pt x="5265327" y="70321"/>
                </a:cubicBezTo>
                <a:lnTo>
                  <a:pt x="5265327" y="562573"/>
                </a:lnTo>
                <a:cubicBezTo>
                  <a:pt x="5265327" y="601410"/>
                  <a:pt x="5233843" y="632894"/>
                  <a:pt x="5195006" y="632894"/>
                </a:cubicBezTo>
                <a:lnTo>
                  <a:pt x="70321" y="632894"/>
                </a:lnTo>
                <a:cubicBezTo>
                  <a:pt x="31484" y="632894"/>
                  <a:pt x="0" y="601410"/>
                  <a:pt x="0" y="562573"/>
                </a:cubicBezTo>
                <a:lnTo>
                  <a:pt x="0" y="70321"/>
                </a:lnTo>
                <a:cubicBezTo>
                  <a:pt x="0" y="31510"/>
                  <a:pt x="31510" y="0"/>
                  <a:pt x="7032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2630" y="2576016"/>
            <a:ext cx="512468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Vibe Coding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2630" y="2822168"/>
            <a:ext cx="5115893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Tập trung ý tưởng, AI triển khai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7179" y="3208721"/>
            <a:ext cx="5265327" cy="632894"/>
          </a:xfrm>
          <a:custGeom>
            <a:avLst/>
            <a:gdLst/>
            <a:ahLst/>
            <a:cxnLst/>
            <a:rect l="l" t="t" r="r" b="b"/>
            <a:pathLst>
              <a:path w="5265327" h="632894">
                <a:moveTo>
                  <a:pt x="70321" y="0"/>
                </a:moveTo>
                <a:lnTo>
                  <a:pt x="5195006" y="0"/>
                </a:lnTo>
                <a:cubicBezTo>
                  <a:pt x="5233843" y="0"/>
                  <a:pt x="5265327" y="31484"/>
                  <a:pt x="5265327" y="70321"/>
                </a:cubicBezTo>
                <a:lnTo>
                  <a:pt x="5265327" y="562573"/>
                </a:lnTo>
                <a:cubicBezTo>
                  <a:pt x="5265327" y="601410"/>
                  <a:pt x="5233843" y="632894"/>
                  <a:pt x="5195006" y="632894"/>
                </a:cubicBezTo>
                <a:lnTo>
                  <a:pt x="70321" y="632894"/>
                </a:lnTo>
                <a:cubicBezTo>
                  <a:pt x="31484" y="632894"/>
                  <a:pt x="0" y="601410"/>
                  <a:pt x="0" y="562573"/>
                </a:cubicBezTo>
                <a:lnTo>
                  <a:pt x="0" y="70321"/>
                </a:lnTo>
                <a:cubicBezTo>
                  <a:pt x="0" y="31510"/>
                  <a:pt x="31510" y="0"/>
                  <a:pt x="7032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2630" y="3314178"/>
            <a:ext cx="512468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Tự động hóa toàn diện SDLC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2630" y="3560329"/>
            <a:ext cx="5115893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tham gia tất cả giai đoạn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7179" y="3946892"/>
            <a:ext cx="5265327" cy="632894"/>
          </a:xfrm>
          <a:custGeom>
            <a:avLst/>
            <a:gdLst/>
            <a:ahLst/>
            <a:cxnLst/>
            <a:rect l="l" t="t" r="r" b="b"/>
            <a:pathLst>
              <a:path w="5265327" h="632894">
                <a:moveTo>
                  <a:pt x="70321" y="0"/>
                </a:moveTo>
                <a:lnTo>
                  <a:pt x="5195006" y="0"/>
                </a:lnTo>
                <a:cubicBezTo>
                  <a:pt x="5233843" y="0"/>
                  <a:pt x="5265327" y="31484"/>
                  <a:pt x="5265327" y="70321"/>
                </a:cubicBezTo>
                <a:lnTo>
                  <a:pt x="5265327" y="562573"/>
                </a:lnTo>
                <a:cubicBezTo>
                  <a:pt x="5265327" y="601410"/>
                  <a:pt x="5233843" y="632894"/>
                  <a:pt x="5195006" y="632894"/>
                </a:cubicBezTo>
                <a:lnTo>
                  <a:pt x="70321" y="632894"/>
                </a:lnTo>
                <a:cubicBezTo>
                  <a:pt x="31484" y="632894"/>
                  <a:pt x="0" y="601410"/>
                  <a:pt x="0" y="562573"/>
                </a:cubicBezTo>
                <a:lnTo>
                  <a:pt x="0" y="70321"/>
                </a:lnTo>
                <a:cubicBezTo>
                  <a:pt x="0" y="31510"/>
                  <a:pt x="31510" y="0"/>
                  <a:pt x="7032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2630" y="4052340"/>
            <a:ext cx="512468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Chuyển dịch mô hình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2630" y="4298500"/>
            <a:ext cx="5115893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Code-centric → Problem-centric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6491" y="4945857"/>
            <a:ext cx="5626701" cy="1908449"/>
          </a:xfrm>
          <a:custGeom>
            <a:avLst/>
            <a:gdLst/>
            <a:ahLst/>
            <a:cxnLst/>
            <a:rect l="l" t="t" r="r" b="b"/>
            <a:pathLst>
              <a:path w="5626701" h="1908449">
                <a:moveTo>
                  <a:pt x="105480" y="0"/>
                </a:moveTo>
                <a:lnTo>
                  <a:pt x="5521221" y="0"/>
                </a:lnTo>
                <a:cubicBezTo>
                  <a:pt x="5579476" y="0"/>
                  <a:pt x="5626701" y="47225"/>
                  <a:pt x="5626701" y="105480"/>
                </a:cubicBezTo>
                <a:lnTo>
                  <a:pt x="5626701" y="1802969"/>
                </a:lnTo>
                <a:cubicBezTo>
                  <a:pt x="5626701" y="1861224"/>
                  <a:pt x="5579476" y="1908449"/>
                  <a:pt x="5521221" y="1908449"/>
                </a:cubicBezTo>
                <a:lnTo>
                  <a:pt x="105480" y="1908449"/>
                </a:lnTo>
                <a:cubicBezTo>
                  <a:pt x="47225" y="1908449"/>
                  <a:pt x="0" y="1861224"/>
                  <a:pt x="0" y="1802969"/>
                </a:cubicBezTo>
                <a:lnTo>
                  <a:pt x="0" y="105480"/>
                </a:lnTo>
                <a:cubicBezTo>
                  <a:pt x="0" y="47264"/>
                  <a:pt x="47264" y="0"/>
                  <a:pt x="10548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7179" y="5161647"/>
            <a:ext cx="219755" cy="175804"/>
          </a:xfrm>
          <a:custGeom>
            <a:avLst/>
            <a:gdLst/>
            <a:ahLst/>
            <a:cxnLst/>
            <a:rect l="l" t="t" r="r" b="b"/>
            <a:pathLst>
              <a:path w="219755" h="175804">
                <a:moveTo>
                  <a:pt x="131853" y="10988"/>
                </a:moveTo>
                <a:lnTo>
                  <a:pt x="175804" y="10988"/>
                </a:lnTo>
                <a:cubicBezTo>
                  <a:pt x="181881" y="10988"/>
                  <a:pt x="186792" y="15898"/>
                  <a:pt x="186792" y="21975"/>
                </a:cubicBezTo>
                <a:cubicBezTo>
                  <a:pt x="186792" y="28053"/>
                  <a:pt x="181881" y="32963"/>
                  <a:pt x="175804" y="32963"/>
                </a:cubicBezTo>
                <a:lnTo>
                  <a:pt x="136797" y="32963"/>
                </a:lnTo>
                <a:cubicBezTo>
                  <a:pt x="135012" y="41822"/>
                  <a:pt x="128934" y="49136"/>
                  <a:pt x="120865" y="52638"/>
                </a:cubicBezTo>
                <a:lnTo>
                  <a:pt x="120865" y="153828"/>
                </a:lnTo>
                <a:lnTo>
                  <a:pt x="175804" y="153828"/>
                </a:lnTo>
                <a:cubicBezTo>
                  <a:pt x="181881" y="153828"/>
                  <a:pt x="186792" y="158739"/>
                  <a:pt x="186792" y="164816"/>
                </a:cubicBezTo>
                <a:cubicBezTo>
                  <a:pt x="186792" y="170894"/>
                  <a:pt x="181881" y="175804"/>
                  <a:pt x="175804" y="175804"/>
                </a:cubicBezTo>
                <a:lnTo>
                  <a:pt x="43951" y="175804"/>
                </a:lnTo>
                <a:cubicBezTo>
                  <a:pt x="37873" y="175804"/>
                  <a:pt x="32963" y="170894"/>
                  <a:pt x="32963" y="164816"/>
                </a:cubicBezTo>
                <a:cubicBezTo>
                  <a:pt x="32963" y="158739"/>
                  <a:pt x="37873" y="153828"/>
                  <a:pt x="43951" y="153828"/>
                </a:cubicBezTo>
                <a:lnTo>
                  <a:pt x="98890" y="153828"/>
                </a:lnTo>
                <a:lnTo>
                  <a:pt x="98890" y="52638"/>
                </a:lnTo>
                <a:cubicBezTo>
                  <a:pt x="90821" y="49101"/>
                  <a:pt x="84743" y="41788"/>
                  <a:pt x="82957" y="32963"/>
                </a:cubicBezTo>
                <a:lnTo>
                  <a:pt x="43951" y="32963"/>
                </a:lnTo>
                <a:cubicBezTo>
                  <a:pt x="37873" y="32963"/>
                  <a:pt x="32963" y="28053"/>
                  <a:pt x="32963" y="21975"/>
                </a:cubicBezTo>
                <a:cubicBezTo>
                  <a:pt x="32963" y="15898"/>
                  <a:pt x="37873" y="10988"/>
                  <a:pt x="43951" y="10988"/>
                </a:cubicBezTo>
                <a:lnTo>
                  <a:pt x="87902" y="10988"/>
                </a:lnTo>
                <a:cubicBezTo>
                  <a:pt x="92915" y="4326"/>
                  <a:pt x="100881" y="0"/>
                  <a:pt x="109877" y="0"/>
                </a:cubicBezTo>
                <a:cubicBezTo>
                  <a:pt x="118874" y="0"/>
                  <a:pt x="126840" y="4326"/>
                  <a:pt x="131853" y="10988"/>
                </a:cubicBezTo>
                <a:close/>
                <a:moveTo>
                  <a:pt x="150944" y="109877"/>
                </a:moveTo>
                <a:lnTo>
                  <a:pt x="200664" y="109877"/>
                </a:lnTo>
                <a:lnTo>
                  <a:pt x="175804" y="67231"/>
                </a:lnTo>
                <a:lnTo>
                  <a:pt x="150944" y="109877"/>
                </a:lnTo>
                <a:close/>
                <a:moveTo>
                  <a:pt x="175804" y="142841"/>
                </a:moveTo>
                <a:cubicBezTo>
                  <a:pt x="154206" y="142841"/>
                  <a:pt x="136248" y="131166"/>
                  <a:pt x="132540" y="115749"/>
                </a:cubicBezTo>
                <a:cubicBezTo>
                  <a:pt x="131647" y="111972"/>
                  <a:pt x="132883" y="108092"/>
                  <a:pt x="134840" y="104727"/>
                </a:cubicBezTo>
                <a:lnTo>
                  <a:pt x="167529" y="48689"/>
                </a:lnTo>
                <a:cubicBezTo>
                  <a:pt x="169246" y="45736"/>
                  <a:pt x="172405" y="43951"/>
                  <a:pt x="175804" y="43951"/>
                </a:cubicBezTo>
                <a:cubicBezTo>
                  <a:pt x="179203" y="43951"/>
                  <a:pt x="182362" y="45771"/>
                  <a:pt x="184079" y="48689"/>
                </a:cubicBezTo>
                <a:lnTo>
                  <a:pt x="216768" y="104727"/>
                </a:lnTo>
                <a:cubicBezTo>
                  <a:pt x="218725" y="108092"/>
                  <a:pt x="219961" y="111972"/>
                  <a:pt x="219068" y="115749"/>
                </a:cubicBezTo>
                <a:cubicBezTo>
                  <a:pt x="215360" y="131132"/>
                  <a:pt x="197402" y="142841"/>
                  <a:pt x="175804" y="142841"/>
                </a:cubicBezTo>
                <a:close/>
                <a:moveTo>
                  <a:pt x="43539" y="67231"/>
                </a:moveTo>
                <a:lnTo>
                  <a:pt x="18679" y="109877"/>
                </a:lnTo>
                <a:lnTo>
                  <a:pt x="68433" y="109877"/>
                </a:lnTo>
                <a:lnTo>
                  <a:pt x="43539" y="67231"/>
                </a:lnTo>
                <a:close/>
                <a:moveTo>
                  <a:pt x="309" y="115749"/>
                </a:moveTo>
                <a:cubicBezTo>
                  <a:pt x="-584" y="111972"/>
                  <a:pt x="652" y="108092"/>
                  <a:pt x="2610" y="104727"/>
                </a:cubicBezTo>
                <a:lnTo>
                  <a:pt x="35298" y="48689"/>
                </a:lnTo>
                <a:cubicBezTo>
                  <a:pt x="37015" y="45736"/>
                  <a:pt x="40174" y="43951"/>
                  <a:pt x="43573" y="43951"/>
                </a:cubicBezTo>
                <a:cubicBezTo>
                  <a:pt x="46973" y="43951"/>
                  <a:pt x="50132" y="45771"/>
                  <a:pt x="51848" y="48689"/>
                </a:cubicBezTo>
                <a:lnTo>
                  <a:pt x="84537" y="104727"/>
                </a:lnTo>
                <a:cubicBezTo>
                  <a:pt x="86494" y="108092"/>
                  <a:pt x="87730" y="111972"/>
                  <a:pt x="86838" y="115749"/>
                </a:cubicBezTo>
                <a:cubicBezTo>
                  <a:pt x="83129" y="131132"/>
                  <a:pt x="65171" y="142841"/>
                  <a:pt x="43573" y="142841"/>
                </a:cubicBezTo>
                <a:cubicBezTo>
                  <a:pt x="21975" y="142841"/>
                  <a:pt x="4017" y="131166"/>
                  <a:pt x="309" y="11574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1" name="Text 19"/>
          <p:cNvSpPr/>
          <p:nvPr/>
        </p:nvSpPr>
        <p:spPr>
          <a:xfrm>
            <a:off x="862385" y="5126546"/>
            <a:ext cx="2408513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Cân bằng tốc độ &amp; chất lượng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3549" y="5548201"/>
            <a:ext cx="123063" cy="140643"/>
          </a:xfrm>
          <a:custGeom>
            <a:avLst/>
            <a:gdLst/>
            <a:ahLst/>
            <a:cxnLst/>
            <a:rect l="l" t="t" r="r" b="b"/>
            <a:pathLst>
              <a:path w="123063" h="140643">
                <a:moveTo>
                  <a:pt x="70322" y="17580"/>
                </a:moveTo>
                <a:cubicBezTo>
                  <a:pt x="70322" y="12718"/>
                  <a:pt x="66393" y="8790"/>
                  <a:pt x="61531" y="8790"/>
                </a:cubicBezTo>
                <a:cubicBezTo>
                  <a:pt x="56669" y="8790"/>
                  <a:pt x="52741" y="12718"/>
                  <a:pt x="52741" y="17580"/>
                </a:cubicBezTo>
                <a:lnTo>
                  <a:pt x="52741" y="61531"/>
                </a:lnTo>
                <a:lnTo>
                  <a:pt x="8790" y="61531"/>
                </a:lnTo>
                <a:cubicBezTo>
                  <a:pt x="3928" y="61531"/>
                  <a:pt x="0" y="65459"/>
                  <a:pt x="0" y="70322"/>
                </a:cubicBezTo>
                <a:cubicBezTo>
                  <a:pt x="0" y="75184"/>
                  <a:pt x="3928" y="79112"/>
                  <a:pt x="8790" y="79112"/>
                </a:cubicBezTo>
                <a:lnTo>
                  <a:pt x="52741" y="79112"/>
                </a:lnTo>
                <a:lnTo>
                  <a:pt x="52741" y="123063"/>
                </a:lnTo>
                <a:cubicBezTo>
                  <a:pt x="52741" y="127925"/>
                  <a:pt x="56669" y="131853"/>
                  <a:pt x="61531" y="131853"/>
                </a:cubicBezTo>
                <a:cubicBezTo>
                  <a:pt x="66393" y="131853"/>
                  <a:pt x="70322" y="127925"/>
                  <a:pt x="70322" y="123063"/>
                </a:cubicBezTo>
                <a:lnTo>
                  <a:pt x="70322" y="79112"/>
                </a:lnTo>
                <a:lnTo>
                  <a:pt x="114273" y="79112"/>
                </a:lnTo>
                <a:cubicBezTo>
                  <a:pt x="119135" y="79112"/>
                  <a:pt x="123063" y="75184"/>
                  <a:pt x="123063" y="70322"/>
                </a:cubicBezTo>
                <a:cubicBezTo>
                  <a:pt x="123063" y="65459"/>
                  <a:pt x="119135" y="61531"/>
                  <a:pt x="114273" y="61531"/>
                </a:cubicBezTo>
                <a:lnTo>
                  <a:pt x="70322" y="61531"/>
                </a:lnTo>
                <a:lnTo>
                  <a:pt x="70322" y="17580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23" name="Text 21"/>
          <p:cNvSpPr/>
          <p:nvPr/>
        </p:nvSpPr>
        <p:spPr>
          <a:xfrm>
            <a:off x="783182" y="5513100"/>
            <a:ext cx="1634976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Triển khai ý tưởng nhanh hơn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3549" y="5794206"/>
            <a:ext cx="123063" cy="140643"/>
          </a:xfrm>
          <a:custGeom>
            <a:avLst/>
            <a:gdLst/>
            <a:ahLst/>
            <a:cxnLst/>
            <a:rect l="l" t="t" r="r" b="b"/>
            <a:pathLst>
              <a:path w="123063" h="140643">
                <a:moveTo>
                  <a:pt x="70322" y="17580"/>
                </a:moveTo>
                <a:cubicBezTo>
                  <a:pt x="70322" y="12718"/>
                  <a:pt x="66393" y="8790"/>
                  <a:pt x="61531" y="8790"/>
                </a:cubicBezTo>
                <a:cubicBezTo>
                  <a:pt x="56669" y="8790"/>
                  <a:pt x="52741" y="12718"/>
                  <a:pt x="52741" y="17580"/>
                </a:cubicBezTo>
                <a:lnTo>
                  <a:pt x="52741" y="61531"/>
                </a:lnTo>
                <a:lnTo>
                  <a:pt x="8790" y="61531"/>
                </a:lnTo>
                <a:cubicBezTo>
                  <a:pt x="3928" y="61531"/>
                  <a:pt x="0" y="65459"/>
                  <a:pt x="0" y="70322"/>
                </a:cubicBezTo>
                <a:cubicBezTo>
                  <a:pt x="0" y="75184"/>
                  <a:pt x="3928" y="79112"/>
                  <a:pt x="8790" y="79112"/>
                </a:cubicBezTo>
                <a:lnTo>
                  <a:pt x="52741" y="79112"/>
                </a:lnTo>
                <a:lnTo>
                  <a:pt x="52741" y="123063"/>
                </a:lnTo>
                <a:cubicBezTo>
                  <a:pt x="52741" y="127925"/>
                  <a:pt x="56669" y="131853"/>
                  <a:pt x="61531" y="131853"/>
                </a:cubicBezTo>
                <a:cubicBezTo>
                  <a:pt x="66393" y="131853"/>
                  <a:pt x="70322" y="127925"/>
                  <a:pt x="70322" y="123063"/>
                </a:cubicBezTo>
                <a:lnTo>
                  <a:pt x="70322" y="79112"/>
                </a:lnTo>
                <a:lnTo>
                  <a:pt x="114273" y="79112"/>
                </a:lnTo>
                <a:cubicBezTo>
                  <a:pt x="119135" y="79112"/>
                  <a:pt x="123063" y="75184"/>
                  <a:pt x="123063" y="70322"/>
                </a:cubicBezTo>
                <a:cubicBezTo>
                  <a:pt x="123063" y="65459"/>
                  <a:pt x="119135" y="61531"/>
                  <a:pt x="114273" y="61531"/>
                </a:cubicBezTo>
                <a:lnTo>
                  <a:pt x="70322" y="61531"/>
                </a:lnTo>
                <a:lnTo>
                  <a:pt x="70322" y="17580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25" name="Text 23"/>
          <p:cNvSpPr/>
          <p:nvPr/>
        </p:nvSpPr>
        <p:spPr>
          <a:xfrm>
            <a:off x="783182" y="5759105"/>
            <a:ext cx="1547074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Thử nghiệm nhiều giải pháp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3549" y="6040203"/>
            <a:ext cx="123063" cy="140643"/>
          </a:xfrm>
          <a:custGeom>
            <a:avLst/>
            <a:gdLst/>
            <a:ahLst/>
            <a:cxnLst/>
            <a:rect l="l" t="t" r="r" b="b"/>
            <a:pathLst>
              <a:path w="123063" h="140643">
                <a:moveTo>
                  <a:pt x="0" y="70322"/>
                </a:moveTo>
                <a:cubicBezTo>
                  <a:pt x="0" y="65459"/>
                  <a:pt x="3928" y="61531"/>
                  <a:pt x="8790" y="61531"/>
                </a:cubicBezTo>
                <a:lnTo>
                  <a:pt x="114273" y="61531"/>
                </a:lnTo>
                <a:cubicBezTo>
                  <a:pt x="119135" y="61531"/>
                  <a:pt x="123063" y="65459"/>
                  <a:pt x="123063" y="70322"/>
                </a:cubicBezTo>
                <a:cubicBezTo>
                  <a:pt x="123063" y="75184"/>
                  <a:pt x="119135" y="79112"/>
                  <a:pt x="114273" y="79112"/>
                </a:cubicBezTo>
                <a:lnTo>
                  <a:pt x="8790" y="79112"/>
                </a:lnTo>
                <a:cubicBezTo>
                  <a:pt x="3928" y="79112"/>
                  <a:pt x="0" y="75184"/>
                  <a:pt x="0" y="70322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7" name="Text 25"/>
          <p:cNvSpPr/>
          <p:nvPr/>
        </p:nvSpPr>
        <p:spPr>
          <a:xfrm>
            <a:off x="783182" y="6005102"/>
            <a:ext cx="1283368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Rủi ro giảm chất lượng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3549" y="6286208"/>
            <a:ext cx="123063" cy="140643"/>
          </a:xfrm>
          <a:custGeom>
            <a:avLst/>
            <a:gdLst/>
            <a:ahLst/>
            <a:cxnLst/>
            <a:rect l="l" t="t" r="r" b="b"/>
            <a:pathLst>
              <a:path w="123063" h="140643">
                <a:moveTo>
                  <a:pt x="0" y="70322"/>
                </a:moveTo>
                <a:cubicBezTo>
                  <a:pt x="0" y="65459"/>
                  <a:pt x="3928" y="61531"/>
                  <a:pt x="8790" y="61531"/>
                </a:cubicBezTo>
                <a:lnTo>
                  <a:pt x="114273" y="61531"/>
                </a:lnTo>
                <a:cubicBezTo>
                  <a:pt x="119135" y="61531"/>
                  <a:pt x="123063" y="65459"/>
                  <a:pt x="123063" y="70322"/>
                </a:cubicBezTo>
                <a:cubicBezTo>
                  <a:pt x="123063" y="75184"/>
                  <a:pt x="119135" y="79112"/>
                  <a:pt x="114273" y="79112"/>
                </a:cubicBezTo>
                <a:lnTo>
                  <a:pt x="8790" y="79112"/>
                </a:lnTo>
                <a:cubicBezTo>
                  <a:pt x="3928" y="79112"/>
                  <a:pt x="0" y="75184"/>
                  <a:pt x="0" y="70322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9" name="Text 27"/>
          <p:cNvSpPr/>
          <p:nvPr/>
        </p:nvSpPr>
        <p:spPr>
          <a:xfrm>
            <a:off x="783182" y="6251107"/>
            <a:ext cx="1283368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Gia tăng technical debt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04871" y="1165155"/>
            <a:ext cx="5626701" cy="3596166"/>
          </a:xfrm>
          <a:custGeom>
            <a:avLst/>
            <a:gdLst/>
            <a:ahLst/>
            <a:cxnLst/>
            <a:rect l="l" t="t" r="r" b="b"/>
            <a:pathLst>
              <a:path w="5626701" h="3596166">
                <a:moveTo>
                  <a:pt x="105476" y="0"/>
                </a:moveTo>
                <a:lnTo>
                  <a:pt x="5521226" y="0"/>
                </a:lnTo>
                <a:cubicBezTo>
                  <a:pt x="5579478" y="0"/>
                  <a:pt x="5626701" y="47223"/>
                  <a:pt x="5626701" y="105476"/>
                </a:cubicBezTo>
                <a:lnTo>
                  <a:pt x="5626701" y="3490691"/>
                </a:lnTo>
                <a:cubicBezTo>
                  <a:pt x="5626701" y="3548943"/>
                  <a:pt x="5579478" y="3596166"/>
                  <a:pt x="5521226" y="3596166"/>
                </a:cubicBezTo>
                <a:lnTo>
                  <a:pt x="105476" y="3596166"/>
                </a:lnTo>
                <a:cubicBezTo>
                  <a:pt x="47223" y="3596166"/>
                  <a:pt x="0" y="3548943"/>
                  <a:pt x="0" y="3490691"/>
                </a:cubicBezTo>
                <a:lnTo>
                  <a:pt x="0" y="105476"/>
                </a:lnTo>
                <a:cubicBezTo>
                  <a:pt x="0" y="47262"/>
                  <a:pt x="47262" y="0"/>
                  <a:pt x="105476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14111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7533" y="1380945"/>
            <a:ext cx="175804" cy="175804"/>
          </a:xfrm>
          <a:custGeom>
            <a:avLst/>
            <a:gdLst/>
            <a:ahLst/>
            <a:cxnLst/>
            <a:rect l="l" t="t" r="r" b="b"/>
            <a:pathLst>
              <a:path w="175804" h="175804">
                <a:moveTo>
                  <a:pt x="87902" y="0"/>
                </a:moveTo>
                <a:cubicBezTo>
                  <a:pt x="92949" y="0"/>
                  <a:pt x="97585" y="2781"/>
                  <a:pt x="99988" y="7211"/>
                </a:cubicBezTo>
                <a:lnTo>
                  <a:pt x="174156" y="144557"/>
                </a:lnTo>
                <a:cubicBezTo>
                  <a:pt x="176456" y="148815"/>
                  <a:pt x="176353" y="153966"/>
                  <a:pt x="173881" y="158120"/>
                </a:cubicBezTo>
                <a:cubicBezTo>
                  <a:pt x="171409" y="162275"/>
                  <a:pt x="166911" y="164816"/>
                  <a:pt x="162069" y="164816"/>
                </a:cubicBezTo>
                <a:lnTo>
                  <a:pt x="13735" y="164816"/>
                </a:lnTo>
                <a:cubicBezTo>
                  <a:pt x="8893" y="164816"/>
                  <a:pt x="4429" y="162275"/>
                  <a:pt x="1923" y="158120"/>
                </a:cubicBezTo>
                <a:cubicBezTo>
                  <a:pt x="-584" y="153966"/>
                  <a:pt x="-652" y="148815"/>
                  <a:pt x="1648" y="144557"/>
                </a:cubicBezTo>
                <a:lnTo>
                  <a:pt x="75815" y="7211"/>
                </a:lnTo>
                <a:cubicBezTo>
                  <a:pt x="78219" y="2781"/>
                  <a:pt x="82854" y="0"/>
                  <a:pt x="87902" y="0"/>
                </a:cubicBezTo>
                <a:close/>
                <a:moveTo>
                  <a:pt x="87902" y="57686"/>
                </a:moveTo>
                <a:cubicBezTo>
                  <a:pt x="83335" y="57686"/>
                  <a:pt x="79661" y="61360"/>
                  <a:pt x="79661" y="65926"/>
                </a:cubicBezTo>
                <a:lnTo>
                  <a:pt x="79661" y="104384"/>
                </a:lnTo>
                <a:cubicBezTo>
                  <a:pt x="79661" y="108950"/>
                  <a:pt x="83335" y="112624"/>
                  <a:pt x="87902" y="112624"/>
                </a:cubicBezTo>
                <a:cubicBezTo>
                  <a:pt x="92469" y="112624"/>
                  <a:pt x="96143" y="108950"/>
                  <a:pt x="96143" y="104384"/>
                </a:cubicBezTo>
                <a:lnTo>
                  <a:pt x="96143" y="65926"/>
                </a:lnTo>
                <a:cubicBezTo>
                  <a:pt x="96143" y="61360"/>
                  <a:pt x="92469" y="57686"/>
                  <a:pt x="87902" y="57686"/>
                </a:cubicBezTo>
                <a:close/>
                <a:moveTo>
                  <a:pt x="97070" y="131853"/>
                </a:moveTo>
                <a:cubicBezTo>
                  <a:pt x="97278" y="128450"/>
                  <a:pt x="95581" y="125212"/>
                  <a:pt x="92664" y="123448"/>
                </a:cubicBezTo>
                <a:cubicBezTo>
                  <a:pt x="89747" y="121683"/>
                  <a:pt x="86091" y="121683"/>
                  <a:pt x="83174" y="123448"/>
                </a:cubicBezTo>
                <a:cubicBezTo>
                  <a:pt x="80257" y="125212"/>
                  <a:pt x="78560" y="128450"/>
                  <a:pt x="78768" y="131853"/>
                </a:cubicBezTo>
                <a:cubicBezTo>
                  <a:pt x="78560" y="135256"/>
                  <a:pt x="80257" y="138494"/>
                  <a:pt x="83174" y="140258"/>
                </a:cubicBezTo>
                <a:cubicBezTo>
                  <a:pt x="86091" y="142023"/>
                  <a:pt x="89747" y="142023"/>
                  <a:pt x="92664" y="140258"/>
                </a:cubicBezTo>
                <a:cubicBezTo>
                  <a:pt x="95581" y="138494"/>
                  <a:pt x="97278" y="135256"/>
                  <a:pt x="97070" y="131853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2" name="Text 30"/>
          <p:cNvSpPr/>
          <p:nvPr/>
        </p:nvSpPr>
        <p:spPr>
          <a:xfrm>
            <a:off x="6710765" y="1345844"/>
            <a:ext cx="1573445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Giới hạn của GenAI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85558" y="1732398"/>
            <a:ext cx="5265327" cy="632894"/>
          </a:xfrm>
          <a:custGeom>
            <a:avLst/>
            <a:gdLst/>
            <a:ahLst/>
            <a:cxnLst/>
            <a:rect l="l" t="t" r="r" b="b"/>
            <a:pathLst>
              <a:path w="5265327" h="632894">
                <a:moveTo>
                  <a:pt x="70321" y="0"/>
                </a:moveTo>
                <a:lnTo>
                  <a:pt x="5195006" y="0"/>
                </a:lnTo>
                <a:cubicBezTo>
                  <a:pt x="5233843" y="0"/>
                  <a:pt x="5265327" y="31484"/>
                  <a:pt x="5265327" y="70321"/>
                </a:cubicBezTo>
                <a:lnTo>
                  <a:pt x="5265327" y="562573"/>
                </a:lnTo>
                <a:cubicBezTo>
                  <a:pt x="5265327" y="601410"/>
                  <a:pt x="5233843" y="632894"/>
                  <a:pt x="5195006" y="632894"/>
                </a:cubicBezTo>
                <a:lnTo>
                  <a:pt x="70321" y="632894"/>
                </a:lnTo>
                <a:cubicBezTo>
                  <a:pt x="31484" y="632894"/>
                  <a:pt x="0" y="601410"/>
                  <a:pt x="0" y="562573"/>
                </a:cubicBezTo>
                <a:lnTo>
                  <a:pt x="0" y="70321"/>
                </a:lnTo>
                <a:cubicBezTo>
                  <a:pt x="0" y="31510"/>
                  <a:pt x="31510" y="0"/>
                  <a:pt x="7032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91010" y="1837855"/>
            <a:ext cx="512468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Hiểu ngữ cảnh hạn chế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91010" y="2084006"/>
            <a:ext cx="5115893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Không nắm bắt đầy đủ business context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85558" y="2470560"/>
            <a:ext cx="5265327" cy="632894"/>
          </a:xfrm>
          <a:custGeom>
            <a:avLst/>
            <a:gdLst/>
            <a:ahLst/>
            <a:cxnLst/>
            <a:rect l="l" t="t" r="r" b="b"/>
            <a:pathLst>
              <a:path w="5265327" h="632894">
                <a:moveTo>
                  <a:pt x="70321" y="0"/>
                </a:moveTo>
                <a:lnTo>
                  <a:pt x="5195006" y="0"/>
                </a:lnTo>
                <a:cubicBezTo>
                  <a:pt x="5233843" y="0"/>
                  <a:pt x="5265327" y="31484"/>
                  <a:pt x="5265327" y="70321"/>
                </a:cubicBezTo>
                <a:lnTo>
                  <a:pt x="5265327" y="562573"/>
                </a:lnTo>
                <a:cubicBezTo>
                  <a:pt x="5265327" y="601410"/>
                  <a:pt x="5233843" y="632894"/>
                  <a:pt x="5195006" y="632894"/>
                </a:cubicBezTo>
                <a:lnTo>
                  <a:pt x="70321" y="632894"/>
                </a:lnTo>
                <a:cubicBezTo>
                  <a:pt x="31484" y="632894"/>
                  <a:pt x="0" y="601410"/>
                  <a:pt x="0" y="562573"/>
                </a:cubicBezTo>
                <a:lnTo>
                  <a:pt x="0" y="70321"/>
                </a:lnTo>
                <a:cubicBezTo>
                  <a:pt x="0" y="31510"/>
                  <a:pt x="31510" y="0"/>
                  <a:pt x="7032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91010" y="2576016"/>
            <a:ext cx="512468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Hallucination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91010" y="2822168"/>
            <a:ext cx="5115893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Tạo thông tin sai nhưng thuyết phục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85558" y="3208721"/>
            <a:ext cx="5265327" cy="632894"/>
          </a:xfrm>
          <a:custGeom>
            <a:avLst/>
            <a:gdLst/>
            <a:ahLst/>
            <a:cxnLst/>
            <a:rect l="l" t="t" r="r" b="b"/>
            <a:pathLst>
              <a:path w="5265327" h="632894">
                <a:moveTo>
                  <a:pt x="70321" y="0"/>
                </a:moveTo>
                <a:lnTo>
                  <a:pt x="5195006" y="0"/>
                </a:lnTo>
                <a:cubicBezTo>
                  <a:pt x="5233843" y="0"/>
                  <a:pt x="5265327" y="31484"/>
                  <a:pt x="5265327" y="70321"/>
                </a:cubicBezTo>
                <a:lnTo>
                  <a:pt x="5265327" y="562573"/>
                </a:lnTo>
                <a:cubicBezTo>
                  <a:pt x="5265327" y="601410"/>
                  <a:pt x="5233843" y="632894"/>
                  <a:pt x="5195006" y="632894"/>
                </a:cubicBezTo>
                <a:lnTo>
                  <a:pt x="70321" y="632894"/>
                </a:lnTo>
                <a:cubicBezTo>
                  <a:pt x="31484" y="632894"/>
                  <a:pt x="0" y="601410"/>
                  <a:pt x="0" y="562573"/>
                </a:cubicBezTo>
                <a:lnTo>
                  <a:pt x="0" y="70321"/>
                </a:lnTo>
                <a:cubicBezTo>
                  <a:pt x="0" y="31510"/>
                  <a:pt x="31510" y="0"/>
                  <a:pt x="7032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91010" y="3314178"/>
            <a:ext cx="512468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Thiếu tư duy chiến lược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91010" y="3560329"/>
            <a:ext cx="5115893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Không đánh giá trade-off phức tạp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85558" y="3946892"/>
            <a:ext cx="5265327" cy="632894"/>
          </a:xfrm>
          <a:custGeom>
            <a:avLst/>
            <a:gdLst/>
            <a:ahLst/>
            <a:cxnLst/>
            <a:rect l="l" t="t" r="r" b="b"/>
            <a:pathLst>
              <a:path w="5265327" h="632894">
                <a:moveTo>
                  <a:pt x="70321" y="0"/>
                </a:moveTo>
                <a:lnTo>
                  <a:pt x="5195006" y="0"/>
                </a:lnTo>
                <a:cubicBezTo>
                  <a:pt x="5233843" y="0"/>
                  <a:pt x="5265327" y="31484"/>
                  <a:pt x="5265327" y="70321"/>
                </a:cubicBezTo>
                <a:lnTo>
                  <a:pt x="5265327" y="562573"/>
                </a:lnTo>
                <a:cubicBezTo>
                  <a:pt x="5265327" y="601410"/>
                  <a:pt x="5233843" y="632894"/>
                  <a:pt x="5195006" y="632894"/>
                </a:cubicBezTo>
                <a:lnTo>
                  <a:pt x="70321" y="632894"/>
                </a:lnTo>
                <a:cubicBezTo>
                  <a:pt x="31484" y="632894"/>
                  <a:pt x="0" y="601410"/>
                  <a:pt x="0" y="562573"/>
                </a:cubicBezTo>
                <a:lnTo>
                  <a:pt x="0" y="70321"/>
                </a:lnTo>
                <a:cubicBezTo>
                  <a:pt x="0" y="31510"/>
                  <a:pt x="31510" y="0"/>
                  <a:pt x="7032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91010" y="4052340"/>
            <a:ext cx="512468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Không sáng tạo thực sự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91010" y="4298500"/>
            <a:ext cx="5115893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Dựa trên dữ liệu đã học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04871" y="4945857"/>
            <a:ext cx="5626701" cy="1908449"/>
          </a:xfrm>
          <a:custGeom>
            <a:avLst/>
            <a:gdLst/>
            <a:ahLst/>
            <a:cxnLst/>
            <a:rect l="l" t="t" r="r" b="b"/>
            <a:pathLst>
              <a:path w="5626701" h="1908449">
                <a:moveTo>
                  <a:pt x="105480" y="0"/>
                </a:moveTo>
                <a:lnTo>
                  <a:pt x="5521221" y="0"/>
                </a:lnTo>
                <a:cubicBezTo>
                  <a:pt x="5579476" y="0"/>
                  <a:pt x="5626701" y="47225"/>
                  <a:pt x="5626701" y="105480"/>
                </a:cubicBezTo>
                <a:lnTo>
                  <a:pt x="5626701" y="1802969"/>
                </a:lnTo>
                <a:cubicBezTo>
                  <a:pt x="5626701" y="1861224"/>
                  <a:pt x="5579476" y="1908449"/>
                  <a:pt x="5521221" y="1908449"/>
                </a:cubicBezTo>
                <a:lnTo>
                  <a:pt x="105480" y="1908449"/>
                </a:lnTo>
                <a:cubicBezTo>
                  <a:pt x="47225" y="1908449"/>
                  <a:pt x="0" y="1861224"/>
                  <a:pt x="0" y="1802969"/>
                </a:cubicBezTo>
                <a:lnTo>
                  <a:pt x="0" y="105480"/>
                </a:lnTo>
                <a:cubicBezTo>
                  <a:pt x="0" y="47264"/>
                  <a:pt x="47264" y="0"/>
                  <a:pt x="105480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4111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96545" y="5161647"/>
            <a:ext cx="197779" cy="175804"/>
          </a:xfrm>
          <a:custGeom>
            <a:avLst/>
            <a:gdLst/>
            <a:ahLst/>
            <a:cxnLst/>
            <a:rect l="l" t="t" r="r" b="b"/>
            <a:pathLst>
              <a:path w="197779" h="175804">
                <a:moveTo>
                  <a:pt x="76914" y="85155"/>
                </a:moveTo>
                <a:cubicBezTo>
                  <a:pt x="99655" y="85155"/>
                  <a:pt x="118118" y="66692"/>
                  <a:pt x="118118" y="43951"/>
                </a:cubicBezTo>
                <a:cubicBezTo>
                  <a:pt x="118118" y="21210"/>
                  <a:pt x="99655" y="2747"/>
                  <a:pt x="76914" y="2747"/>
                </a:cubicBezTo>
                <a:cubicBezTo>
                  <a:pt x="54173" y="2747"/>
                  <a:pt x="35710" y="21210"/>
                  <a:pt x="35710" y="43951"/>
                </a:cubicBezTo>
                <a:cubicBezTo>
                  <a:pt x="35710" y="66692"/>
                  <a:pt x="54173" y="85155"/>
                  <a:pt x="76914" y="85155"/>
                </a:cubicBezTo>
                <a:close/>
                <a:moveTo>
                  <a:pt x="66716" y="104384"/>
                </a:moveTo>
                <a:cubicBezTo>
                  <a:pt x="32895" y="104384"/>
                  <a:pt x="5494" y="131784"/>
                  <a:pt x="5494" y="165606"/>
                </a:cubicBezTo>
                <a:cubicBezTo>
                  <a:pt x="5494" y="171237"/>
                  <a:pt x="10061" y="175804"/>
                  <a:pt x="15692" y="175804"/>
                </a:cubicBezTo>
                <a:lnTo>
                  <a:pt x="102049" y="175804"/>
                </a:lnTo>
                <a:cubicBezTo>
                  <a:pt x="89619" y="161176"/>
                  <a:pt x="82408" y="142326"/>
                  <a:pt x="82408" y="122376"/>
                </a:cubicBezTo>
                <a:lnTo>
                  <a:pt x="82408" y="111697"/>
                </a:lnTo>
                <a:cubicBezTo>
                  <a:pt x="82408" y="109191"/>
                  <a:pt x="82751" y="106718"/>
                  <a:pt x="83404" y="104384"/>
                </a:cubicBezTo>
                <a:lnTo>
                  <a:pt x="66716" y="104384"/>
                </a:lnTo>
                <a:close/>
                <a:moveTo>
                  <a:pt x="152901" y="167735"/>
                </a:moveTo>
                <a:lnTo>
                  <a:pt x="148335" y="169898"/>
                </a:lnTo>
                <a:lnTo>
                  <a:pt x="148335" y="105311"/>
                </a:lnTo>
                <a:lnTo>
                  <a:pt x="181298" y="116298"/>
                </a:lnTo>
                <a:lnTo>
                  <a:pt x="181298" y="123028"/>
                </a:lnTo>
                <a:cubicBezTo>
                  <a:pt x="181298" y="142188"/>
                  <a:pt x="170241" y="159597"/>
                  <a:pt x="152901" y="167769"/>
                </a:cubicBezTo>
                <a:close/>
                <a:moveTo>
                  <a:pt x="144867" y="89104"/>
                </a:moveTo>
                <a:lnTo>
                  <a:pt x="106409" y="101911"/>
                </a:lnTo>
                <a:cubicBezTo>
                  <a:pt x="101911" y="103422"/>
                  <a:pt x="98890" y="107611"/>
                  <a:pt x="98890" y="112350"/>
                </a:cubicBezTo>
                <a:lnTo>
                  <a:pt x="98890" y="123028"/>
                </a:lnTo>
                <a:cubicBezTo>
                  <a:pt x="98890" y="148575"/>
                  <a:pt x="113654" y="171821"/>
                  <a:pt x="136729" y="182671"/>
                </a:cubicBezTo>
                <a:lnTo>
                  <a:pt x="143081" y="185659"/>
                </a:lnTo>
                <a:cubicBezTo>
                  <a:pt x="144729" y="186414"/>
                  <a:pt x="146515" y="186826"/>
                  <a:pt x="148300" y="186826"/>
                </a:cubicBezTo>
                <a:cubicBezTo>
                  <a:pt x="150086" y="186826"/>
                  <a:pt x="151906" y="186414"/>
                  <a:pt x="153519" y="185659"/>
                </a:cubicBezTo>
                <a:lnTo>
                  <a:pt x="159872" y="182671"/>
                </a:lnTo>
                <a:cubicBezTo>
                  <a:pt x="183015" y="171786"/>
                  <a:pt x="197779" y="148541"/>
                  <a:pt x="197779" y="122994"/>
                </a:cubicBezTo>
                <a:lnTo>
                  <a:pt x="197779" y="112315"/>
                </a:lnTo>
                <a:cubicBezTo>
                  <a:pt x="197779" y="107577"/>
                  <a:pt x="194758" y="103388"/>
                  <a:pt x="190260" y="101877"/>
                </a:cubicBezTo>
                <a:lnTo>
                  <a:pt x="151803" y="89069"/>
                </a:lnTo>
                <a:cubicBezTo>
                  <a:pt x="149536" y="88314"/>
                  <a:pt x="147098" y="88314"/>
                  <a:pt x="144867" y="8906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7" name="Text 45"/>
          <p:cNvSpPr/>
          <p:nvPr/>
        </p:nvSpPr>
        <p:spPr>
          <a:xfrm>
            <a:off x="6710765" y="5126546"/>
            <a:ext cx="2056906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Vai trò không thể thay thế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11928" y="5530500"/>
            <a:ext cx="123063" cy="140643"/>
          </a:xfrm>
          <a:custGeom>
            <a:avLst/>
            <a:gdLst/>
            <a:ahLst/>
            <a:cxnLst/>
            <a:rect l="l" t="t" r="r" b="b"/>
            <a:pathLst>
              <a:path w="123063" h="140643">
                <a:moveTo>
                  <a:pt x="119437" y="19256"/>
                </a:moveTo>
                <a:cubicBezTo>
                  <a:pt x="123365" y="22113"/>
                  <a:pt x="124244" y="27607"/>
                  <a:pt x="121387" y="31535"/>
                </a:cubicBezTo>
                <a:lnTo>
                  <a:pt x="51066" y="128227"/>
                </a:lnTo>
                <a:cubicBezTo>
                  <a:pt x="49555" y="130315"/>
                  <a:pt x="47220" y="131606"/>
                  <a:pt x="44638" y="131825"/>
                </a:cubicBezTo>
                <a:cubicBezTo>
                  <a:pt x="42056" y="132045"/>
                  <a:pt x="39556" y="131084"/>
                  <a:pt x="37743" y="129271"/>
                </a:cubicBezTo>
                <a:lnTo>
                  <a:pt x="2582" y="94110"/>
                </a:lnTo>
                <a:cubicBezTo>
                  <a:pt x="-852" y="90676"/>
                  <a:pt x="-852" y="85100"/>
                  <a:pt x="2582" y="81666"/>
                </a:cubicBezTo>
                <a:cubicBezTo>
                  <a:pt x="6016" y="78233"/>
                  <a:pt x="11592" y="78233"/>
                  <a:pt x="15026" y="81666"/>
                </a:cubicBezTo>
                <a:lnTo>
                  <a:pt x="42907" y="109548"/>
                </a:lnTo>
                <a:lnTo>
                  <a:pt x="107185" y="21179"/>
                </a:lnTo>
                <a:cubicBezTo>
                  <a:pt x="110042" y="17251"/>
                  <a:pt x="115536" y="16372"/>
                  <a:pt x="119464" y="1922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9" name="Text 47"/>
          <p:cNvSpPr/>
          <p:nvPr/>
        </p:nvSpPr>
        <p:spPr>
          <a:xfrm>
            <a:off x="6631561" y="5513100"/>
            <a:ext cx="1916262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Phân tích yêu cầu &amp; hiểu ngữ cảnh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11928" y="5776351"/>
            <a:ext cx="123063" cy="140643"/>
          </a:xfrm>
          <a:custGeom>
            <a:avLst/>
            <a:gdLst/>
            <a:ahLst/>
            <a:cxnLst/>
            <a:rect l="l" t="t" r="r" b="b"/>
            <a:pathLst>
              <a:path w="123063" h="140643">
                <a:moveTo>
                  <a:pt x="119437" y="19256"/>
                </a:moveTo>
                <a:cubicBezTo>
                  <a:pt x="123365" y="22113"/>
                  <a:pt x="124244" y="27607"/>
                  <a:pt x="121387" y="31535"/>
                </a:cubicBezTo>
                <a:lnTo>
                  <a:pt x="51066" y="128227"/>
                </a:lnTo>
                <a:cubicBezTo>
                  <a:pt x="49555" y="130315"/>
                  <a:pt x="47220" y="131606"/>
                  <a:pt x="44638" y="131825"/>
                </a:cubicBezTo>
                <a:cubicBezTo>
                  <a:pt x="42056" y="132045"/>
                  <a:pt x="39556" y="131084"/>
                  <a:pt x="37743" y="129271"/>
                </a:cubicBezTo>
                <a:lnTo>
                  <a:pt x="2582" y="94110"/>
                </a:lnTo>
                <a:cubicBezTo>
                  <a:pt x="-852" y="90676"/>
                  <a:pt x="-852" y="85100"/>
                  <a:pt x="2582" y="81666"/>
                </a:cubicBezTo>
                <a:cubicBezTo>
                  <a:pt x="6016" y="78233"/>
                  <a:pt x="11592" y="78233"/>
                  <a:pt x="15026" y="81666"/>
                </a:cubicBezTo>
                <a:lnTo>
                  <a:pt x="42907" y="109548"/>
                </a:lnTo>
                <a:lnTo>
                  <a:pt x="107185" y="21179"/>
                </a:lnTo>
                <a:cubicBezTo>
                  <a:pt x="110042" y="17251"/>
                  <a:pt x="115536" y="16372"/>
                  <a:pt x="119464" y="1922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1" name="Text 49"/>
          <p:cNvSpPr/>
          <p:nvPr/>
        </p:nvSpPr>
        <p:spPr>
          <a:xfrm>
            <a:off x="6631561" y="5758951"/>
            <a:ext cx="1476753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Thiết kế kiến trúc hệ thống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11928" y="6022202"/>
            <a:ext cx="123063" cy="140643"/>
          </a:xfrm>
          <a:custGeom>
            <a:avLst/>
            <a:gdLst/>
            <a:ahLst/>
            <a:cxnLst/>
            <a:rect l="l" t="t" r="r" b="b"/>
            <a:pathLst>
              <a:path w="123063" h="140643">
                <a:moveTo>
                  <a:pt x="119437" y="19256"/>
                </a:moveTo>
                <a:cubicBezTo>
                  <a:pt x="123365" y="22113"/>
                  <a:pt x="124244" y="27607"/>
                  <a:pt x="121387" y="31535"/>
                </a:cubicBezTo>
                <a:lnTo>
                  <a:pt x="51066" y="128227"/>
                </a:lnTo>
                <a:cubicBezTo>
                  <a:pt x="49555" y="130315"/>
                  <a:pt x="47220" y="131606"/>
                  <a:pt x="44638" y="131825"/>
                </a:cubicBezTo>
                <a:cubicBezTo>
                  <a:pt x="42056" y="132045"/>
                  <a:pt x="39556" y="131084"/>
                  <a:pt x="37743" y="129271"/>
                </a:cubicBezTo>
                <a:lnTo>
                  <a:pt x="2582" y="94110"/>
                </a:lnTo>
                <a:cubicBezTo>
                  <a:pt x="-852" y="90676"/>
                  <a:pt x="-852" y="85100"/>
                  <a:pt x="2582" y="81666"/>
                </a:cubicBezTo>
                <a:cubicBezTo>
                  <a:pt x="6016" y="78233"/>
                  <a:pt x="11592" y="78233"/>
                  <a:pt x="15026" y="81666"/>
                </a:cubicBezTo>
                <a:lnTo>
                  <a:pt x="42907" y="109548"/>
                </a:lnTo>
                <a:lnTo>
                  <a:pt x="107185" y="21179"/>
                </a:lnTo>
                <a:cubicBezTo>
                  <a:pt x="110042" y="17251"/>
                  <a:pt x="115536" y="16372"/>
                  <a:pt x="119464" y="1922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3" name="Text 51"/>
          <p:cNvSpPr/>
          <p:nvPr/>
        </p:nvSpPr>
        <p:spPr>
          <a:xfrm>
            <a:off x="6631561" y="6004802"/>
            <a:ext cx="1485543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Đưa ra quyết định kỹ thuật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11928" y="6268053"/>
            <a:ext cx="123063" cy="140643"/>
          </a:xfrm>
          <a:custGeom>
            <a:avLst/>
            <a:gdLst/>
            <a:ahLst/>
            <a:cxnLst/>
            <a:rect l="l" t="t" r="r" b="b"/>
            <a:pathLst>
              <a:path w="123063" h="140643">
                <a:moveTo>
                  <a:pt x="119437" y="19256"/>
                </a:moveTo>
                <a:cubicBezTo>
                  <a:pt x="123365" y="22113"/>
                  <a:pt x="124244" y="27607"/>
                  <a:pt x="121387" y="31535"/>
                </a:cubicBezTo>
                <a:lnTo>
                  <a:pt x="51066" y="128227"/>
                </a:lnTo>
                <a:cubicBezTo>
                  <a:pt x="49555" y="130315"/>
                  <a:pt x="47220" y="131606"/>
                  <a:pt x="44638" y="131825"/>
                </a:cubicBezTo>
                <a:cubicBezTo>
                  <a:pt x="42056" y="132045"/>
                  <a:pt x="39556" y="131084"/>
                  <a:pt x="37743" y="129271"/>
                </a:cubicBezTo>
                <a:lnTo>
                  <a:pt x="2582" y="94110"/>
                </a:lnTo>
                <a:cubicBezTo>
                  <a:pt x="-852" y="90676"/>
                  <a:pt x="-852" y="85100"/>
                  <a:pt x="2582" y="81666"/>
                </a:cubicBezTo>
                <a:cubicBezTo>
                  <a:pt x="6016" y="78233"/>
                  <a:pt x="11592" y="78233"/>
                  <a:pt x="15026" y="81666"/>
                </a:cubicBezTo>
                <a:lnTo>
                  <a:pt x="42907" y="109548"/>
                </a:lnTo>
                <a:lnTo>
                  <a:pt x="107185" y="21179"/>
                </a:lnTo>
                <a:cubicBezTo>
                  <a:pt x="110042" y="17251"/>
                  <a:pt x="115536" y="16372"/>
                  <a:pt x="119464" y="1922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5" name="Text 53"/>
          <p:cNvSpPr/>
          <p:nvPr/>
        </p:nvSpPr>
        <p:spPr>
          <a:xfrm>
            <a:off x="6631561" y="6250652"/>
            <a:ext cx="1758039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Kiểm tra &amp; đảm bảo chất lượng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11928" y="6513903"/>
            <a:ext cx="123063" cy="140643"/>
          </a:xfrm>
          <a:custGeom>
            <a:avLst/>
            <a:gdLst/>
            <a:ahLst/>
            <a:cxnLst/>
            <a:rect l="l" t="t" r="r" b="b"/>
            <a:pathLst>
              <a:path w="123063" h="140643">
                <a:moveTo>
                  <a:pt x="119437" y="19256"/>
                </a:moveTo>
                <a:cubicBezTo>
                  <a:pt x="123365" y="22113"/>
                  <a:pt x="124244" y="27607"/>
                  <a:pt x="121387" y="31535"/>
                </a:cubicBezTo>
                <a:lnTo>
                  <a:pt x="51066" y="128227"/>
                </a:lnTo>
                <a:cubicBezTo>
                  <a:pt x="49555" y="130315"/>
                  <a:pt x="47220" y="131606"/>
                  <a:pt x="44638" y="131825"/>
                </a:cubicBezTo>
                <a:cubicBezTo>
                  <a:pt x="42056" y="132045"/>
                  <a:pt x="39556" y="131084"/>
                  <a:pt x="37743" y="129271"/>
                </a:cubicBezTo>
                <a:lnTo>
                  <a:pt x="2582" y="94110"/>
                </a:lnTo>
                <a:cubicBezTo>
                  <a:pt x="-852" y="90676"/>
                  <a:pt x="-852" y="85100"/>
                  <a:pt x="2582" y="81666"/>
                </a:cubicBezTo>
                <a:cubicBezTo>
                  <a:pt x="6016" y="78233"/>
                  <a:pt x="11592" y="78233"/>
                  <a:pt x="15026" y="81666"/>
                </a:cubicBezTo>
                <a:lnTo>
                  <a:pt x="42907" y="109548"/>
                </a:lnTo>
                <a:lnTo>
                  <a:pt x="107185" y="21179"/>
                </a:lnTo>
                <a:cubicBezTo>
                  <a:pt x="110042" y="17251"/>
                  <a:pt x="115536" y="16372"/>
                  <a:pt x="119464" y="1922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7" name="Text 55"/>
          <p:cNvSpPr/>
          <p:nvPr/>
        </p:nvSpPr>
        <p:spPr>
          <a:xfrm>
            <a:off x="6631561" y="6496503"/>
            <a:ext cx="1547074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Đánh giá đạo đức &amp; pháp lý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e7f254988c3746b1b1f2d17b81a8d424592d8598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444" r="144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5000"/>
                </a:srgbClr>
              </a:gs>
              <a:gs pos="50000">
                <a:srgbClr val="4A5C6A">
                  <a:alpha val="85000"/>
                </a:srgbClr>
              </a:gs>
              <a:gs pos="100000">
                <a:srgbClr val="5E8B7E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710238" y="176938"/>
            <a:ext cx="771525" cy="685800"/>
          </a:xfrm>
          <a:custGeom>
            <a:avLst/>
            <a:gdLst/>
            <a:ahLst/>
            <a:cxnLst/>
            <a:rect l="l" t="t" r="r" b="b"/>
            <a:pathLst>
              <a:path w="771525" h="685800">
                <a:moveTo>
                  <a:pt x="360179" y="114121"/>
                </a:moveTo>
                <a:lnTo>
                  <a:pt x="203999" y="287715"/>
                </a:lnTo>
                <a:cubicBezTo>
                  <a:pt x="197837" y="294546"/>
                  <a:pt x="198105" y="305127"/>
                  <a:pt x="204668" y="311691"/>
                </a:cubicBezTo>
                <a:cubicBezTo>
                  <a:pt x="245522" y="352544"/>
                  <a:pt x="311825" y="352544"/>
                  <a:pt x="352678" y="311691"/>
                </a:cubicBezTo>
                <a:lnTo>
                  <a:pt x="395273" y="269096"/>
                </a:lnTo>
                <a:cubicBezTo>
                  <a:pt x="400898" y="263470"/>
                  <a:pt x="407997" y="260390"/>
                  <a:pt x="415230" y="259854"/>
                </a:cubicBezTo>
                <a:cubicBezTo>
                  <a:pt x="424339" y="259050"/>
                  <a:pt x="433715" y="262131"/>
                  <a:pt x="440680" y="269096"/>
                </a:cubicBezTo>
                <a:lnTo>
                  <a:pt x="677228" y="503634"/>
                </a:lnTo>
                <a:lnTo>
                  <a:pt x="771525" y="428625"/>
                </a:lnTo>
                <a:lnTo>
                  <a:pt x="771525" y="42863"/>
                </a:lnTo>
                <a:lnTo>
                  <a:pt x="621506" y="128588"/>
                </a:lnTo>
                <a:lnTo>
                  <a:pt x="589627" y="107290"/>
                </a:lnTo>
                <a:cubicBezTo>
                  <a:pt x="568464" y="93226"/>
                  <a:pt x="543684" y="85725"/>
                  <a:pt x="518234" y="85725"/>
                </a:cubicBezTo>
                <a:lnTo>
                  <a:pt x="423937" y="85725"/>
                </a:lnTo>
                <a:cubicBezTo>
                  <a:pt x="422464" y="85725"/>
                  <a:pt x="420856" y="85725"/>
                  <a:pt x="419383" y="85859"/>
                </a:cubicBezTo>
                <a:cubicBezTo>
                  <a:pt x="396746" y="87064"/>
                  <a:pt x="375449" y="97244"/>
                  <a:pt x="360179" y="114121"/>
                </a:cubicBezTo>
                <a:close/>
                <a:moveTo>
                  <a:pt x="156180" y="244718"/>
                </a:moveTo>
                <a:lnTo>
                  <a:pt x="299234" y="85725"/>
                </a:lnTo>
                <a:lnTo>
                  <a:pt x="246191" y="85725"/>
                </a:lnTo>
                <a:cubicBezTo>
                  <a:pt x="212035" y="85725"/>
                  <a:pt x="179353" y="99253"/>
                  <a:pt x="155243" y="123364"/>
                </a:cubicBezTo>
                <a:lnTo>
                  <a:pt x="150019" y="128588"/>
                </a:lnTo>
                <a:lnTo>
                  <a:pt x="0" y="42863"/>
                </a:lnTo>
                <a:lnTo>
                  <a:pt x="0" y="428625"/>
                </a:lnTo>
                <a:lnTo>
                  <a:pt x="209490" y="603156"/>
                </a:lnTo>
                <a:cubicBezTo>
                  <a:pt x="240298" y="628873"/>
                  <a:pt x="279142" y="642938"/>
                  <a:pt x="319192" y="642938"/>
                </a:cubicBezTo>
                <a:lnTo>
                  <a:pt x="340221" y="642938"/>
                </a:lnTo>
                <a:lnTo>
                  <a:pt x="330845" y="633561"/>
                </a:lnTo>
                <a:cubicBezTo>
                  <a:pt x="318254" y="620970"/>
                  <a:pt x="318254" y="600611"/>
                  <a:pt x="330845" y="588154"/>
                </a:cubicBezTo>
                <a:cubicBezTo>
                  <a:pt x="343436" y="575697"/>
                  <a:pt x="363795" y="575563"/>
                  <a:pt x="376252" y="588154"/>
                </a:cubicBezTo>
                <a:lnTo>
                  <a:pt x="431170" y="643071"/>
                </a:lnTo>
                <a:lnTo>
                  <a:pt x="443225" y="643071"/>
                </a:lnTo>
                <a:cubicBezTo>
                  <a:pt x="468809" y="643071"/>
                  <a:pt x="493856" y="637312"/>
                  <a:pt x="516627" y="626596"/>
                </a:cubicBezTo>
                <a:lnTo>
                  <a:pt x="480864" y="590699"/>
                </a:lnTo>
                <a:cubicBezTo>
                  <a:pt x="468273" y="578108"/>
                  <a:pt x="468273" y="557748"/>
                  <a:pt x="480864" y="545291"/>
                </a:cubicBezTo>
                <a:cubicBezTo>
                  <a:pt x="493455" y="532834"/>
                  <a:pt x="513814" y="532701"/>
                  <a:pt x="526271" y="545291"/>
                </a:cubicBezTo>
                <a:lnTo>
                  <a:pt x="569134" y="588154"/>
                </a:lnTo>
                <a:lnTo>
                  <a:pt x="592574" y="564713"/>
                </a:lnTo>
                <a:cubicBezTo>
                  <a:pt x="604495" y="552792"/>
                  <a:pt x="607978" y="535513"/>
                  <a:pt x="602754" y="520378"/>
                </a:cubicBezTo>
                <a:lnTo>
                  <a:pt x="418043" y="337140"/>
                </a:lnTo>
                <a:lnTo>
                  <a:pt x="398085" y="357098"/>
                </a:lnTo>
                <a:cubicBezTo>
                  <a:pt x="332050" y="423133"/>
                  <a:pt x="225162" y="423133"/>
                  <a:pt x="159127" y="357098"/>
                </a:cubicBezTo>
                <a:cubicBezTo>
                  <a:pt x="128320" y="326291"/>
                  <a:pt x="127114" y="276865"/>
                  <a:pt x="156180" y="24458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" name="Text 2"/>
          <p:cNvSpPr/>
          <p:nvPr/>
        </p:nvSpPr>
        <p:spPr>
          <a:xfrm>
            <a:off x="3788172" y="1396008"/>
            <a:ext cx="46196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Mô hình Hợp tác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DF2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NgườI-AI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81142" y="3129521"/>
            <a:ext cx="86296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Sự thành công của phần mềm tương lai phụ thuộc vào mô hình hợp tác tối ưu: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834059" y="3672910"/>
            <a:ext cx="4144433" cy="2029883"/>
          </a:xfrm>
          <a:custGeom>
            <a:avLst/>
            <a:gdLst/>
            <a:ahLst/>
            <a:cxnLst/>
            <a:rect l="l" t="t" r="r" b="b"/>
            <a:pathLst>
              <a:path w="4144433" h="2029883">
                <a:moveTo>
                  <a:pt x="114303" y="0"/>
                </a:moveTo>
                <a:lnTo>
                  <a:pt x="4030131" y="0"/>
                </a:lnTo>
                <a:cubicBezTo>
                  <a:pt x="4093258" y="0"/>
                  <a:pt x="4144433" y="51175"/>
                  <a:pt x="4144433" y="114303"/>
                </a:cubicBezTo>
                <a:lnTo>
                  <a:pt x="4144433" y="1915581"/>
                </a:lnTo>
                <a:cubicBezTo>
                  <a:pt x="4144433" y="1978708"/>
                  <a:pt x="4093258" y="2029883"/>
                  <a:pt x="4030131" y="2029883"/>
                </a:cubicBezTo>
                <a:lnTo>
                  <a:pt x="114303" y="2029883"/>
                </a:lnTo>
                <a:cubicBezTo>
                  <a:pt x="51175" y="2029883"/>
                  <a:pt x="0" y="1978708"/>
                  <a:pt x="0" y="1915581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4111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00318" y="390673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762210" y="409723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0" name="Text 7"/>
          <p:cNvSpPr/>
          <p:nvPr/>
        </p:nvSpPr>
        <p:spPr>
          <a:xfrm>
            <a:off x="2025022" y="4668571"/>
            <a:ext cx="3762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029784" y="5011378"/>
            <a:ext cx="3752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Xử lý tác vụ lặp lại và dữ liệu lớn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15393" y="3672910"/>
            <a:ext cx="4144433" cy="2029883"/>
          </a:xfrm>
          <a:custGeom>
            <a:avLst/>
            <a:gdLst/>
            <a:ahLst/>
            <a:cxnLst/>
            <a:rect l="l" t="t" r="r" b="b"/>
            <a:pathLst>
              <a:path w="4144433" h="2029883">
                <a:moveTo>
                  <a:pt x="114303" y="0"/>
                </a:moveTo>
                <a:lnTo>
                  <a:pt x="4030131" y="0"/>
                </a:lnTo>
                <a:cubicBezTo>
                  <a:pt x="4093258" y="0"/>
                  <a:pt x="4144433" y="51175"/>
                  <a:pt x="4144433" y="114303"/>
                </a:cubicBezTo>
                <a:lnTo>
                  <a:pt x="4144433" y="1915581"/>
                </a:lnTo>
                <a:cubicBezTo>
                  <a:pt x="4144433" y="1978708"/>
                  <a:pt x="4093258" y="2029883"/>
                  <a:pt x="4030131" y="2029883"/>
                </a:cubicBezTo>
                <a:lnTo>
                  <a:pt x="114303" y="2029883"/>
                </a:lnTo>
                <a:cubicBezTo>
                  <a:pt x="51175" y="2029883"/>
                  <a:pt x="0" y="1978708"/>
                  <a:pt x="0" y="1915581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4111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81818" y="390673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186572" y="409723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5" name="Text 12"/>
          <p:cNvSpPr/>
          <p:nvPr/>
        </p:nvSpPr>
        <p:spPr>
          <a:xfrm>
            <a:off x="6406357" y="4668571"/>
            <a:ext cx="3762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 ngườI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11119" y="5011378"/>
            <a:ext cx="3752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Phân tích yêu cầu, thiết kế kiến trúc, ra quyết định chiến lược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895409" y="6094185"/>
            <a:ext cx="8402108" cy="582083"/>
          </a:xfrm>
          <a:custGeom>
            <a:avLst/>
            <a:gdLst/>
            <a:ahLst/>
            <a:cxnLst/>
            <a:rect l="l" t="t" r="r" b="b"/>
            <a:pathLst>
              <a:path w="8402108" h="582083">
                <a:moveTo>
                  <a:pt x="114298" y="0"/>
                </a:moveTo>
                <a:lnTo>
                  <a:pt x="8287810" y="0"/>
                </a:lnTo>
                <a:cubicBezTo>
                  <a:pt x="8350935" y="0"/>
                  <a:pt x="8402108" y="51173"/>
                  <a:pt x="8402108" y="114298"/>
                </a:cubicBezTo>
                <a:lnTo>
                  <a:pt x="8402108" y="467785"/>
                </a:lnTo>
                <a:cubicBezTo>
                  <a:pt x="8402108" y="530910"/>
                  <a:pt x="8350935" y="582083"/>
                  <a:pt x="8287810" y="582083"/>
                </a:cubicBezTo>
                <a:lnTo>
                  <a:pt x="114298" y="582083"/>
                </a:lnTo>
                <a:cubicBezTo>
                  <a:pt x="51173" y="582083"/>
                  <a:pt x="0" y="530910"/>
                  <a:pt x="0" y="467785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4111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57843" y="6251767"/>
            <a:ext cx="7877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Lập trình viên cần phát triển tư duy hệ thống và kỹ năng đánh giá để vận hành AI có kiểm soát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 trong Phát triển Phần mềm</dc:title>
  <dc:subject>Generative AI trong Phát triển Phần mềm</dc:subject>
  <dc:creator>Kimi</dc:creator>
  <cp:lastModifiedBy>Kimi</cp:lastModifiedBy>
  <cp:revision>1</cp:revision>
  <dcterms:created xsi:type="dcterms:W3CDTF">2026-03-30T16:37:46Z</dcterms:created>
  <dcterms:modified xsi:type="dcterms:W3CDTF">2026-03-30T16:37:46Z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{"Label":"Generative AI trong Phát triển Phần mềm","ContentProducer":"001191110108MACG2KBH8F10000","ProduceID":"19d3f966-32f2-89d8-8000-00004c2db18b","ReservedCode1":"","ContentPropagator":"001191110108MACG2KBH8F20000","PropagateID":"19d3f966-32f2-89d8-8000-00004c2db18b","ReservedCode2":""}</vt:lpwstr>
  </property>
</Properties>
</file>